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7" r:id="rId4"/>
    <p:sldId id="257" r:id="rId5"/>
    <p:sldId id="263" r:id="rId6"/>
    <p:sldId id="264" r:id="rId7"/>
    <p:sldId id="265" r:id="rId8"/>
    <p:sldId id="268" r:id="rId9"/>
    <p:sldId id="269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9571-A089-4952-9C87-A6171B0A842C}" v="47" dt="2025-11-11T05:29:3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6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don Gautel" userId="e34bb43991760b32" providerId="LiveId" clId="{92B66313-D96B-4AD0-B7BB-0FF339476B36}"/>
    <pc:docChg chg="undo custSel addSld delSld modSld sldOrd modMainMaster">
      <pc:chgData name="Gidon Gautel" userId="e34bb43991760b32" providerId="LiveId" clId="{92B66313-D96B-4AD0-B7BB-0FF339476B36}" dt="2025-11-11T05:31:13.144" v="2465" actId="1037"/>
      <pc:docMkLst>
        <pc:docMk/>
      </pc:docMkLst>
      <pc:sldChg chg="modSp new del mod">
        <pc:chgData name="Gidon Gautel" userId="e34bb43991760b32" providerId="LiveId" clId="{92B66313-D96B-4AD0-B7BB-0FF339476B36}" dt="2025-11-11T03:14:24.170" v="286" actId="47"/>
        <pc:sldMkLst>
          <pc:docMk/>
          <pc:sldMk cId="1176430935" sldId="256"/>
        </pc:sldMkLst>
        <pc:spChg chg="mod">
          <ac:chgData name="Gidon Gautel" userId="e34bb43991760b32" providerId="LiveId" clId="{92B66313-D96B-4AD0-B7BB-0FF339476B36}" dt="2025-11-11T03:10:12.693" v="234" actId="20577"/>
          <ac:spMkLst>
            <pc:docMk/>
            <pc:sldMk cId="1176430935" sldId="256"/>
            <ac:spMk id="2" creationId="{9B06CD2A-3B7D-84E8-6D6C-E629213212C1}"/>
          </ac:spMkLst>
        </pc:spChg>
        <pc:spChg chg="mod">
          <ac:chgData name="Gidon Gautel" userId="e34bb43991760b32" providerId="LiveId" clId="{92B66313-D96B-4AD0-B7BB-0FF339476B36}" dt="2025-11-11T03:11:58.570" v="253" actId="1076"/>
          <ac:spMkLst>
            <pc:docMk/>
            <pc:sldMk cId="1176430935" sldId="256"/>
            <ac:spMk id="3" creationId="{8B58B6C6-2899-0C68-604D-3691A6713162}"/>
          </ac:spMkLst>
        </pc:spChg>
      </pc:sldChg>
      <pc:sldChg chg="addSp modSp new mod">
        <pc:chgData name="Gidon Gautel" userId="e34bb43991760b32" providerId="LiveId" clId="{92B66313-D96B-4AD0-B7BB-0FF339476B36}" dt="2025-11-11T04:41:00.650" v="1826" actId="20577"/>
        <pc:sldMkLst>
          <pc:docMk/>
          <pc:sldMk cId="1100246998" sldId="257"/>
        </pc:sldMkLst>
        <pc:spChg chg="mod">
          <ac:chgData name="Gidon Gautel" userId="e34bb43991760b32" providerId="LiveId" clId="{92B66313-D96B-4AD0-B7BB-0FF339476B36}" dt="2025-11-11T04:00:20.471" v="1130" actId="20577"/>
          <ac:spMkLst>
            <pc:docMk/>
            <pc:sldMk cId="1100246998" sldId="257"/>
            <ac:spMk id="2" creationId="{FAFA8798-7569-1978-27B0-38471D24A892}"/>
          </ac:spMkLst>
        </pc:spChg>
        <pc:spChg chg="mod">
          <ac:chgData name="Gidon Gautel" userId="e34bb43991760b32" providerId="LiveId" clId="{92B66313-D96B-4AD0-B7BB-0FF339476B36}" dt="2025-11-11T04:41:00.650" v="1826" actId="20577"/>
          <ac:spMkLst>
            <pc:docMk/>
            <pc:sldMk cId="1100246998" sldId="257"/>
            <ac:spMk id="3" creationId="{6846A24D-8BC0-AA0B-5A7F-14D5C4720B73}"/>
          </ac:spMkLst>
        </pc:spChg>
        <pc:picChg chg="add mod">
          <ac:chgData name="Gidon Gautel" userId="e34bb43991760b32" providerId="LiveId" clId="{92B66313-D96B-4AD0-B7BB-0FF339476B36}" dt="2025-11-11T04:07:50.547" v="1276" actId="14100"/>
          <ac:picMkLst>
            <pc:docMk/>
            <pc:sldMk cId="1100246998" sldId="257"/>
            <ac:picMk id="5" creationId="{7D5A387E-98A7-5A9C-008E-F71EC9D01226}"/>
          </ac:picMkLst>
        </pc:picChg>
      </pc:sldChg>
      <pc:sldChg chg="addSp delSp modSp new del mod">
        <pc:chgData name="Gidon Gautel" userId="e34bb43991760b32" providerId="LiveId" clId="{92B66313-D96B-4AD0-B7BB-0FF339476B36}" dt="2025-11-11T03:41:27.574" v="677" actId="47"/>
        <pc:sldMkLst>
          <pc:docMk/>
          <pc:sldMk cId="2328866321" sldId="258"/>
        </pc:sldMkLst>
        <pc:spChg chg="mod">
          <ac:chgData name="Gidon Gautel" userId="e34bb43991760b32" providerId="LiveId" clId="{92B66313-D96B-4AD0-B7BB-0FF339476B36}" dt="2025-11-11T03:14:30.496" v="300" actId="20577"/>
          <ac:spMkLst>
            <pc:docMk/>
            <pc:sldMk cId="2328866321" sldId="258"/>
            <ac:spMk id="2" creationId="{7568AD78-7F15-E3F0-1F4C-80FF846DBE59}"/>
          </ac:spMkLst>
        </pc:spChg>
        <pc:spChg chg="mod">
          <ac:chgData name="Gidon Gautel" userId="e34bb43991760b32" providerId="LiveId" clId="{92B66313-D96B-4AD0-B7BB-0FF339476B36}" dt="2025-11-11T03:15:11.995" v="329" actId="20577"/>
          <ac:spMkLst>
            <pc:docMk/>
            <pc:sldMk cId="2328866321" sldId="258"/>
            <ac:spMk id="3" creationId="{81AE18D7-B358-201C-A4E4-BE487987AF27}"/>
          </ac:spMkLst>
        </pc:spChg>
        <pc:picChg chg="add del mod">
          <ac:chgData name="Gidon Gautel" userId="e34bb43991760b32" providerId="LiveId" clId="{92B66313-D96B-4AD0-B7BB-0FF339476B36}" dt="2025-11-11T03:36:38.335" v="547" actId="478"/>
          <ac:picMkLst>
            <pc:docMk/>
            <pc:sldMk cId="2328866321" sldId="258"/>
            <ac:picMk id="5" creationId="{FF095C8C-109E-52D0-29F1-35B50AA4A3E5}"/>
          </ac:picMkLst>
        </pc:picChg>
      </pc:sldChg>
      <pc:sldChg chg="modSp new del mod">
        <pc:chgData name="Gidon Gautel" userId="e34bb43991760b32" providerId="LiveId" clId="{92B66313-D96B-4AD0-B7BB-0FF339476B36}" dt="2025-11-11T03:44:21.761" v="785" actId="47"/>
        <pc:sldMkLst>
          <pc:docMk/>
          <pc:sldMk cId="3000996765" sldId="259"/>
        </pc:sldMkLst>
        <pc:spChg chg="mod">
          <ac:chgData name="Gidon Gautel" userId="e34bb43991760b32" providerId="LiveId" clId="{92B66313-D96B-4AD0-B7BB-0FF339476B36}" dt="2025-11-11T03:30:11.192" v="525" actId="20577"/>
          <ac:spMkLst>
            <pc:docMk/>
            <pc:sldMk cId="3000996765" sldId="259"/>
            <ac:spMk id="2" creationId="{6D8F7E56-D160-8189-938B-A4A544DA2C2F}"/>
          </ac:spMkLst>
        </pc:spChg>
        <pc:spChg chg="mod">
          <ac:chgData name="Gidon Gautel" userId="e34bb43991760b32" providerId="LiveId" clId="{92B66313-D96B-4AD0-B7BB-0FF339476B36}" dt="2025-11-11T03:30:37.617" v="528" actId="27636"/>
          <ac:spMkLst>
            <pc:docMk/>
            <pc:sldMk cId="3000996765" sldId="259"/>
            <ac:spMk id="3" creationId="{280FC73D-9755-167D-A1E2-8A5E757A22A8}"/>
          </ac:spMkLst>
        </pc:spChg>
      </pc:sldChg>
      <pc:sldChg chg="modSp new del mod">
        <pc:chgData name="Gidon Gautel" userId="e34bb43991760b32" providerId="LiveId" clId="{92B66313-D96B-4AD0-B7BB-0FF339476B36}" dt="2025-11-11T03:26:40.934" v="459" actId="47"/>
        <pc:sldMkLst>
          <pc:docMk/>
          <pc:sldMk cId="4104497635" sldId="259"/>
        </pc:sldMkLst>
        <pc:spChg chg="mod">
          <ac:chgData name="Gidon Gautel" userId="e34bb43991760b32" providerId="LiveId" clId="{92B66313-D96B-4AD0-B7BB-0FF339476B36}" dt="2025-11-11T03:26:35.842" v="458" actId="20577"/>
          <ac:spMkLst>
            <pc:docMk/>
            <pc:sldMk cId="4104497635" sldId="259"/>
            <ac:spMk id="3" creationId="{018693A6-8D0D-FF29-E708-7CECD9E790A7}"/>
          </ac:spMkLst>
        </pc:spChg>
      </pc:sldChg>
      <pc:sldChg chg="modSp new del mod">
        <pc:chgData name="Gidon Gautel" userId="e34bb43991760b32" providerId="LiveId" clId="{92B66313-D96B-4AD0-B7BB-0FF339476B36}" dt="2025-11-11T03:58:11.215" v="975" actId="47"/>
        <pc:sldMkLst>
          <pc:docMk/>
          <pc:sldMk cId="2615444037" sldId="260"/>
        </pc:sldMkLst>
        <pc:spChg chg="mod">
          <ac:chgData name="Gidon Gautel" userId="e34bb43991760b32" providerId="LiveId" clId="{92B66313-D96B-4AD0-B7BB-0FF339476B36}" dt="2025-11-11T03:45:43.486" v="788" actId="20577"/>
          <ac:spMkLst>
            <pc:docMk/>
            <pc:sldMk cId="2615444037" sldId="260"/>
            <ac:spMk id="2" creationId="{9DBC9721-99FF-56E0-B60A-CD645E2F99D8}"/>
          </ac:spMkLst>
        </pc:spChg>
        <pc:spChg chg="mod">
          <ac:chgData name="Gidon Gautel" userId="e34bb43991760b32" providerId="LiveId" clId="{92B66313-D96B-4AD0-B7BB-0FF339476B36}" dt="2025-11-11T03:58:08.482" v="974" actId="20577"/>
          <ac:spMkLst>
            <pc:docMk/>
            <pc:sldMk cId="2615444037" sldId="260"/>
            <ac:spMk id="3" creationId="{2007F793-9471-4B52-E52C-C94E5EE2CD80}"/>
          </ac:spMkLst>
        </pc:spChg>
      </pc:sldChg>
      <pc:sldChg chg="modSp new mod">
        <pc:chgData name="Gidon Gautel" userId="e34bb43991760b32" providerId="LiveId" clId="{92B66313-D96B-4AD0-B7BB-0FF339476B36}" dt="2025-11-11T03:41:42.292" v="718" actId="20577"/>
        <pc:sldMkLst>
          <pc:docMk/>
          <pc:sldMk cId="3731859262" sldId="261"/>
        </pc:sldMkLst>
        <pc:spChg chg="mod">
          <ac:chgData name="Gidon Gautel" userId="e34bb43991760b32" providerId="LiveId" clId="{92B66313-D96B-4AD0-B7BB-0FF339476B36}" dt="2025-11-11T03:41:34.167" v="697" actId="20577"/>
          <ac:spMkLst>
            <pc:docMk/>
            <pc:sldMk cId="3731859262" sldId="261"/>
            <ac:spMk id="2" creationId="{6F7B6E4F-A96B-65A3-9C6A-8C41C798ABA3}"/>
          </ac:spMkLst>
        </pc:spChg>
        <pc:spChg chg="mod">
          <ac:chgData name="Gidon Gautel" userId="e34bb43991760b32" providerId="LiveId" clId="{92B66313-D96B-4AD0-B7BB-0FF339476B36}" dt="2025-11-11T03:41:42.292" v="718" actId="20577"/>
          <ac:spMkLst>
            <pc:docMk/>
            <pc:sldMk cId="3731859262" sldId="261"/>
            <ac:spMk id="3" creationId="{5B576A7C-3E04-623F-3379-BD20592D989A}"/>
          </ac:spMkLst>
        </pc:spChg>
      </pc:sldChg>
      <pc:sldChg chg="modSp new mod">
        <pc:chgData name="Gidon Gautel" userId="e34bb43991760b32" providerId="LiveId" clId="{92B66313-D96B-4AD0-B7BB-0FF339476B36}" dt="2025-11-11T04:42:21.184" v="1835" actId="20577"/>
        <pc:sldMkLst>
          <pc:docMk/>
          <pc:sldMk cId="511243779" sldId="262"/>
        </pc:sldMkLst>
        <pc:spChg chg="mod">
          <ac:chgData name="Gidon Gautel" userId="e34bb43991760b32" providerId="LiveId" clId="{92B66313-D96B-4AD0-B7BB-0FF339476B36}" dt="2025-11-11T03:58:43.323" v="1040" actId="20577"/>
          <ac:spMkLst>
            <pc:docMk/>
            <pc:sldMk cId="511243779" sldId="262"/>
            <ac:spMk id="2" creationId="{6F615F1F-710C-FA71-0FE2-8F92FC2C4869}"/>
          </ac:spMkLst>
        </pc:spChg>
        <pc:spChg chg="mod">
          <ac:chgData name="Gidon Gautel" userId="e34bb43991760b32" providerId="LiveId" clId="{92B66313-D96B-4AD0-B7BB-0FF339476B36}" dt="2025-11-11T04:42:21.184" v="1835" actId="20577"/>
          <ac:spMkLst>
            <pc:docMk/>
            <pc:sldMk cId="511243779" sldId="262"/>
            <ac:spMk id="3" creationId="{23062307-B391-FC86-3408-68B07F243719}"/>
          </ac:spMkLst>
        </pc:spChg>
      </pc:sldChg>
      <pc:sldChg chg="addSp delSp modSp new mod">
        <pc:chgData name="Gidon Gautel" userId="e34bb43991760b32" providerId="LiveId" clId="{92B66313-D96B-4AD0-B7BB-0FF339476B36}" dt="2025-11-11T05:29:20.899" v="2441" actId="1038"/>
        <pc:sldMkLst>
          <pc:docMk/>
          <pc:sldMk cId="284389190" sldId="263"/>
        </pc:sldMkLst>
        <pc:spChg chg="mod">
          <ac:chgData name="Gidon Gautel" userId="e34bb43991760b32" providerId="LiveId" clId="{92B66313-D96B-4AD0-B7BB-0FF339476B36}" dt="2025-11-11T05:19:51.113" v="2238" actId="20577"/>
          <ac:spMkLst>
            <pc:docMk/>
            <pc:sldMk cId="284389190" sldId="263"/>
            <ac:spMk id="2" creationId="{98F299DB-5298-E52A-3479-6874703138A6}"/>
          </ac:spMkLst>
        </pc:spChg>
        <pc:spChg chg="del">
          <ac:chgData name="Gidon Gautel" userId="e34bb43991760b32" providerId="LiveId" clId="{92B66313-D96B-4AD0-B7BB-0FF339476B36}" dt="2025-11-11T04:47:36.502" v="1906" actId="478"/>
          <ac:spMkLst>
            <pc:docMk/>
            <pc:sldMk cId="284389190" sldId="263"/>
            <ac:spMk id="3" creationId="{BC5CBB20-26B9-93BF-5FE8-CF6AE3A5D29D}"/>
          </ac:spMkLst>
        </pc:spChg>
        <pc:spChg chg="add mod">
          <ac:chgData name="Gidon Gautel" userId="e34bb43991760b32" providerId="LiveId" clId="{92B66313-D96B-4AD0-B7BB-0FF339476B36}" dt="2025-11-11T05:09:36.600" v="2145" actId="20577"/>
          <ac:spMkLst>
            <pc:docMk/>
            <pc:sldMk cId="284389190" sldId="263"/>
            <ac:spMk id="13" creationId="{B124A64B-2BDE-EC29-5D67-EF5343BE4AA3}"/>
          </ac:spMkLst>
        </pc:spChg>
        <pc:spChg chg="add mod">
          <ac:chgData name="Gidon Gautel" userId="e34bb43991760b32" providerId="LiveId" clId="{92B66313-D96B-4AD0-B7BB-0FF339476B36}" dt="2025-11-11T05:10:20.002" v="2158" actId="20577"/>
          <ac:spMkLst>
            <pc:docMk/>
            <pc:sldMk cId="284389190" sldId="263"/>
            <ac:spMk id="14" creationId="{FBFA0A3E-810A-9B35-A389-36FC91EC9963}"/>
          </ac:spMkLst>
        </pc:spChg>
        <pc:spChg chg="add mod">
          <ac:chgData name="Gidon Gautel" userId="e34bb43991760b32" providerId="LiveId" clId="{92B66313-D96B-4AD0-B7BB-0FF339476B36}" dt="2025-11-11T05:29:15.078" v="2405" actId="164"/>
          <ac:spMkLst>
            <pc:docMk/>
            <pc:sldMk cId="284389190" sldId="263"/>
            <ac:spMk id="33" creationId="{88913B10-2CB4-D812-9154-7714D0133435}"/>
          </ac:spMkLst>
        </pc:spChg>
        <pc:spChg chg="add mod">
          <ac:chgData name="Gidon Gautel" userId="e34bb43991760b32" providerId="LiveId" clId="{92B66313-D96B-4AD0-B7BB-0FF339476B36}" dt="2025-11-11T05:29:15.078" v="2405" actId="164"/>
          <ac:spMkLst>
            <pc:docMk/>
            <pc:sldMk cId="284389190" sldId="263"/>
            <ac:spMk id="34" creationId="{013438AF-F95E-8903-2722-EC10F1328355}"/>
          </ac:spMkLst>
        </pc:spChg>
        <pc:spChg chg="add mod">
          <ac:chgData name="Gidon Gautel" userId="e34bb43991760b32" providerId="LiveId" clId="{92B66313-D96B-4AD0-B7BB-0FF339476B36}" dt="2025-11-11T05:29:15.078" v="2405" actId="164"/>
          <ac:spMkLst>
            <pc:docMk/>
            <pc:sldMk cId="284389190" sldId="263"/>
            <ac:spMk id="35" creationId="{4C19E779-4CF3-98D3-531A-1212772FF5B4}"/>
          </ac:spMkLst>
        </pc:spChg>
        <pc:spChg chg="add mod ord">
          <ac:chgData name="Gidon Gautel" userId="e34bb43991760b32" providerId="LiveId" clId="{92B66313-D96B-4AD0-B7BB-0FF339476B36}" dt="2025-11-11T05:24:06.063" v="2369" actId="167"/>
          <ac:spMkLst>
            <pc:docMk/>
            <pc:sldMk cId="284389190" sldId="263"/>
            <ac:spMk id="36" creationId="{F3FCC261-7BE4-75F4-C90B-20062DD264FD}"/>
          </ac:spMkLst>
        </pc:spChg>
        <pc:grpChg chg="add mod">
          <ac:chgData name="Gidon Gautel" userId="e34bb43991760b32" providerId="LiveId" clId="{92B66313-D96B-4AD0-B7BB-0FF339476B36}" dt="2025-11-11T04:53:02.611" v="2098" actId="1035"/>
          <ac:grpSpMkLst>
            <pc:docMk/>
            <pc:sldMk cId="284389190" sldId="263"/>
            <ac:grpSpMk id="12" creationId="{D29B38C4-2C4E-C6DB-819D-66D8D383A69D}"/>
          </ac:grpSpMkLst>
        </pc:grpChg>
        <pc:grpChg chg="add mod">
          <ac:chgData name="Gidon Gautel" userId="e34bb43991760b32" providerId="LiveId" clId="{92B66313-D96B-4AD0-B7BB-0FF339476B36}" dt="2025-11-11T05:11:41.616" v="2171" actId="1076"/>
          <ac:grpSpMkLst>
            <pc:docMk/>
            <pc:sldMk cId="284389190" sldId="263"/>
            <ac:grpSpMk id="21" creationId="{CEC3BD06-4A9D-B118-40F3-090EBBF83748}"/>
          </ac:grpSpMkLst>
        </pc:grpChg>
        <pc:grpChg chg="add mod">
          <ac:chgData name="Gidon Gautel" userId="e34bb43991760b32" providerId="LiveId" clId="{92B66313-D96B-4AD0-B7BB-0FF339476B36}" dt="2025-11-11T05:18:39.748" v="2212" actId="1076"/>
          <ac:grpSpMkLst>
            <pc:docMk/>
            <pc:sldMk cId="284389190" sldId="263"/>
            <ac:grpSpMk id="30" creationId="{3B1AC540-4F2C-80CA-493F-47F478B9C729}"/>
          </ac:grpSpMkLst>
        </pc:grpChg>
        <pc:grpChg chg="add mod">
          <ac:chgData name="Gidon Gautel" userId="e34bb43991760b32" providerId="LiveId" clId="{92B66313-D96B-4AD0-B7BB-0FF339476B36}" dt="2025-11-11T05:29:20.899" v="2441" actId="1038"/>
          <ac:grpSpMkLst>
            <pc:docMk/>
            <pc:sldMk cId="284389190" sldId="263"/>
            <ac:grpSpMk id="37" creationId="{3C3E4726-1899-40E9-4565-3C4BF0285E2B}"/>
          </ac:grpSpMkLst>
        </pc:grpChg>
        <pc:picChg chg="add mod modCrop">
          <ac:chgData name="Gidon Gautel" userId="e34bb43991760b32" providerId="LiveId" clId="{92B66313-D96B-4AD0-B7BB-0FF339476B36}" dt="2025-11-11T05:11:36.843" v="2169" actId="164"/>
          <ac:picMkLst>
            <pc:docMk/>
            <pc:sldMk cId="284389190" sldId="263"/>
            <ac:picMk id="16" creationId="{A1C95CEE-CD5E-818D-15D9-4E1EB5FBBF38}"/>
          </ac:picMkLst>
        </pc:picChg>
        <pc:picChg chg="add mod modCrop">
          <ac:chgData name="Gidon Gautel" userId="e34bb43991760b32" providerId="LiveId" clId="{92B66313-D96B-4AD0-B7BB-0FF339476B36}" dt="2025-11-11T05:11:36.843" v="2169" actId="164"/>
          <ac:picMkLst>
            <pc:docMk/>
            <pc:sldMk cId="284389190" sldId="263"/>
            <ac:picMk id="18" creationId="{482CB625-82FF-FF12-D2A2-B89028C09442}"/>
          </ac:picMkLst>
        </pc:picChg>
        <pc:picChg chg="add mod">
          <ac:chgData name="Gidon Gautel" userId="e34bb43991760b32" providerId="LiveId" clId="{92B66313-D96B-4AD0-B7BB-0FF339476B36}" dt="2025-11-11T05:20:26.090" v="2249" actId="1038"/>
          <ac:picMkLst>
            <pc:docMk/>
            <pc:sldMk cId="284389190" sldId="263"/>
            <ac:picMk id="20" creationId="{57D4EE1C-9392-C2BE-6047-9DEB10ACF3E1}"/>
          </ac:picMkLst>
        </pc:picChg>
        <pc:picChg chg="add del mod modCrop">
          <ac:chgData name="Gidon Gautel" userId="e34bb43991760b32" providerId="LiveId" clId="{92B66313-D96B-4AD0-B7BB-0FF339476B36}" dt="2025-11-11T05:16:54.493" v="2192" actId="478"/>
          <ac:picMkLst>
            <pc:docMk/>
            <pc:sldMk cId="284389190" sldId="263"/>
            <ac:picMk id="23" creationId="{17E3C4FB-EB8D-9823-56A2-63F3FD5D54AF}"/>
          </ac:picMkLst>
        </pc:picChg>
        <pc:picChg chg="add del mod">
          <ac:chgData name="Gidon Gautel" userId="e34bb43991760b32" providerId="LiveId" clId="{92B66313-D96B-4AD0-B7BB-0FF339476B36}" dt="2025-11-11T05:17:49.030" v="2201" actId="478"/>
          <ac:picMkLst>
            <pc:docMk/>
            <pc:sldMk cId="284389190" sldId="263"/>
            <ac:picMk id="25" creationId="{B4F8488D-D2BD-2516-7514-160B0FE9E898}"/>
          </ac:picMkLst>
        </pc:picChg>
        <pc:picChg chg="add mod">
          <ac:chgData name="Gidon Gautel" userId="e34bb43991760b32" providerId="LiveId" clId="{92B66313-D96B-4AD0-B7BB-0FF339476B36}" dt="2025-11-11T05:18:22.999" v="2210" actId="164"/>
          <ac:picMkLst>
            <pc:docMk/>
            <pc:sldMk cId="284389190" sldId="263"/>
            <ac:picMk id="27" creationId="{94A67BC8-3BFA-711D-2DC2-692BBB2F1CB1}"/>
          </ac:picMkLst>
        </pc:picChg>
        <pc:picChg chg="add mod modCrop">
          <ac:chgData name="Gidon Gautel" userId="e34bb43991760b32" providerId="LiveId" clId="{92B66313-D96B-4AD0-B7BB-0FF339476B36}" dt="2025-11-11T05:18:22.999" v="2210" actId="164"/>
          <ac:picMkLst>
            <pc:docMk/>
            <pc:sldMk cId="284389190" sldId="263"/>
            <ac:picMk id="29" creationId="{F77A473A-575D-3798-4CD9-049BE12912A7}"/>
          </ac:picMkLst>
        </pc:picChg>
        <pc:picChg chg="add mod">
          <ac:chgData name="Gidon Gautel" userId="e34bb43991760b32" providerId="LiveId" clId="{92B66313-D96B-4AD0-B7BB-0FF339476B36}" dt="2025-11-11T05:29:15.078" v="2405" actId="164"/>
          <ac:picMkLst>
            <pc:docMk/>
            <pc:sldMk cId="284389190" sldId="263"/>
            <ac:picMk id="32" creationId="{5674B010-CDE8-CD28-72B2-D4077EFFE90C}"/>
          </ac:picMkLst>
        </pc:picChg>
        <pc:cxnChg chg="add mod">
          <ac:chgData name="Gidon Gautel" userId="e34bb43991760b32" providerId="LiveId" clId="{92B66313-D96B-4AD0-B7BB-0FF339476B36}" dt="2025-11-11T04:49:22.460" v="1954" actId="164"/>
          <ac:cxnSpMkLst>
            <pc:docMk/>
            <pc:sldMk cId="284389190" sldId="263"/>
            <ac:cxnSpMk id="5" creationId="{4EEA7626-F969-5B5F-CB6D-6ADAFE545AD8}"/>
          </ac:cxnSpMkLst>
        </pc:cxnChg>
        <pc:cxnChg chg="add del mod">
          <ac:chgData name="Gidon Gautel" userId="e34bb43991760b32" providerId="LiveId" clId="{92B66313-D96B-4AD0-B7BB-0FF339476B36}" dt="2025-11-11T04:48:37.811" v="1946" actId="478"/>
          <ac:cxnSpMkLst>
            <pc:docMk/>
            <pc:sldMk cId="284389190" sldId="263"/>
            <ac:cxnSpMk id="6" creationId="{31D10DD2-40F6-948B-CEE0-7D192A92CE70}"/>
          </ac:cxnSpMkLst>
        </pc:cxnChg>
        <pc:cxnChg chg="add mod">
          <ac:chgData name="Gidon Gautel" userId="e34bb43991760b32" providerId="LiveId" clId="{92B66313-D96B-4AD0-B7BB-0FF339476B36}" dt="2025-11-11T04:49:22.460" v="1954" actId="164"/>
          <ac:cxnSpMkLst>
            <pc:docMk/>
            <pc:sldMk cId="284389190" sldId="263"/>
            <ac:cxnSpMk id="11" creationId="{E1CC077B-0D79-BAE5-A558-CF73FE1F37D8}"/>
          </ac:cxnSpMkLst>
        </pc:cxnChg>
      </pc:sldChg>
      <pc:sldChg chg="modSp add del mod">
        <pc:chgData name="Gidon Gautel" userId="e34bb43991760b32" providerId="LiveId" clId="{92B66313-D96B-4AD0-B7BB-0FF339476B36}" dt="2025-11-11T04:00:47.717" v="1149" actId="47"/>
        <pc:sldMkLst>
          <pc:docMk/>
          <pc:sldMk cId="2238681748" sldId="263"/>
        </pc:sldMkLst>
        <pc:spChg chg="mod">
          <ac:chgData name="Gidon Gautel" userId="e34bb43991760b32" providerId="LiveId" clId="{92B66313-D96B-4AD0-B7BB-0FF339476B36}" dt="2025-11-11T04:00:37.528" v="1147" actId="20577"/>
          <ac:spMkLst>
            <pc:docMk/>
            <pc:sldMk cId="2238681748" sldId="263"/>
            <ac:spMk id="2" creationId="{6690BEA5-DC29-2AB3-FF22-155749F13DD8}"/>
          </ac:spMkLst>
        </pc:spChg>
      </pc:sldChg>
      <pc:sldChg chg="modSp new mod">
        <pc:chgData name="Gidon Gautel" userId="e34bb43991760b32" providerId="LiveId" clId="{92B66313-D96B-4AD0-B7BB-0FF339476B36}" dt="2025-11-11T04:01:26.448" v="1188" actId="27636"/>
        <pc:sldMkLst>
          <pc:docMk/>
          <pc:sldMk cId="1577030535" sldId="264"/>
        </pc:sldMkLst>
        <pc:spChg chg="mod">
          <ac:chgData name="Gidon Gautel" userId="e34bb43991760b32" providerId="LiveId" clId="{92B66313-D96B-4AD0-B7BB-0FF339476B36}" dt="2025-11-11T04:01:26.448" v="1188" actId="27636"/>
          <ac:spMkLst>
            <pc:docMk/>
            <pc:sldMk cId="1577030535" sldId="264"/>
            <ac:spMk id="2" creationId="{C331BB08-137A-A69C-4BA2-9B1260E4113A}"/>
          </ac:spMkLst>
        </pc:spChg>
      </pc:sldChg>
      <pc:sldChg chg="add del">
        <pc:chgData name="Gidon Gautel" userId="e34bb43991760b32" providerId="LiveId" clId="{92B66313-D96B-4AD0-B7BB-0FF339476B36}" dt="2025-11-11T04:00:48.652" v="1150" actId="47"/>
        <pc:sldMkLst>
          <pc:docMk/>
          <pc:sldMk cId="3176826853" sldId="264"/>
        </pc:sldMkLst>
      </pc:sldChg>
      <pc:sldChg chg="modSp new mod">
        <pc:chgData name="Gidon Gautel" userId="e34bb43991760b32" providerId="LiveId" clId="{92B66313-D96B-4AD0-B7BB-0FF339476B36}" dt="2025-11-11T04:01:47.190" v="1215" actId="20577"/>
        <pc:sldMkLst>
          <pc:docMk/>
          <pc:sldMk cId="3812229581" sldId="265"/>
        </pc:sldMkLst>
        <pc:spChg chg="mod">
          <ac:chgData name="Gidon Gautel" userId="e34bb43991760b32" providerId="LiveId" clId="{92B66313-D96B-4AD0-B7BB-0FF339476B36}" dt="2025-11-11T04:01:47.190" v="1215" actId="20577"/>
          <ac:spMkLst>
            <pc:docMk/>
            <pc:sldMk cId="3812229581" sldId="265"/>
            <ac:spMk id="2" creationId="{21F2F04C-5823-D25F-EE48-9C5F2D46753D}"/>
          </ac:spMkLst>
        </pc:spChg>
      </pc:sldChg>
      <pc:sldChg chg="modSp new mod">
        <pc:chgData name="Gidon Gautel" userId="e34bb43991760b32" providerId="LiveId" clId="{92B66313-D96B-4AD0-B7BB-0FF339476B36}" dt="2025-11-11T04:02:37.048" v="1253" actId="20577"/>
        <pc:sldMkLst>
          <pc:docMk/>
          <pc:sldMk cId="770585874" sldId="266"/>
        </pc:sldMkLst>
        <pc:spChg chg="mod">
          <ac:chgData name="Gidon Gautel" userId="e34bb43991760b32" providerId="LiveId" clId="{92B66313-D96B-4AD0-B7BB-0FF339476B36}" dt="2025-11-11T04:02:31.605" v="1239" actId="20577"/>
          <ac:spMkLst>
            <pc:docMk/>
            <pc:sldMk cId="770585874" sldId="266"/>
            <ac:spMk id="2" creationId="{A14716A4-8E0D-2487-2E14-87AB2BD94A19}"/>
          </ac:spMkLst>
        </pc:spChg>
        <pc:spChg chg="mod">
          <ac:chgData name="Gidon Gautel" userId="e34bb43991760b32" providerId="LiveId" clId="{92B66313-D96B-4AD0-B7BB-0FF339476B36}" dt="2025-11-11T04:02:37.048" v="1253" actId="20577"/>
          <ac:spMkLst>
            <pc:docMk/>
            <pc:sldMk cId="770585874" sldId="266"/>
            <ac:spMk id="3" creationId="{75FBCDBE-EC15-A448-9336-780D200BB5BF}"/>
          </ac:spMkLst>
        </pc:spChg>
      </pc:sldChg>
      <pc:sldChg chg="modSp add mod">
        <pc:chgData name="Gidon Gautel" userId="e34bb43991760b32" providerId="LiveId" clId="{92B66313-D96B-4AD0-B7BB-0FF339476B36}" dt="2025-11-11T04:43:28.371" v="1905" actId="20577"/>
        <pc:sldMkLst>
          <pc:docMk/>
          <pc:sldMk cId="1679443340" sldId="267"/>
        </pc:sldMkLst>
        <pc:spChg chg="mod">
          <ac:chgData name="Gidon Gautel" userId="e34bb43991760b32" providerId="LiveId" clId="{92B66313-D96B-4AD0-B7BB-0FF339476B36}" dt="2025-11-11T04:42:37.794" v="1844" actId="20577"/>
          <ac:spMkLst>
            <pc:docMk/>
            <pc:sldMk cId="1679443340" sldId="267"/>
            <ac:spMk id="2" creationId="{C4DF1EAB-17EB-C3F1-4E4E-44AE5E9752F6}"/>
          </ac:spMkLst>
        </pc:spChg>
        <pc:spChg chg="mod">
          <ac:chgData name="Gidon Gautel" userId="e34bb43991760b32" providerId="LiveId" clId="{92B66313-D96B-4AD0-B7BB-0FF339476B36}" dt="2025-11-11T04:43:28.371" v="1905" actId="20577"/>
          <ac:spMkLst>
            <pc:docMk/>
            <pc:sldMk cId="1679443340" sldId="267"/>
            <ac:spMk id="3" creationId="{A71B41A7-F45B-7657-6FB6-8890CF3D36F3}"/>
          </ac:spMkLst>
        </pc:spChg>
      </pc:sldChg>
      <pc:sldChg chg="addSp delSp modSp add mod ord">
        <pc:chgData name="Gidon Gautel" userId="e34bb43991760b32" providerId="LiveId" clId="{92B66313-D96B-4AD0-B7BB-0FF339476B36}" dt="2025-11-11T05:30:25.024" v="2452" actId="20577"/>
        <pc:sldMkLst>
          <pc:docMk/>
          <pc:sldMk cId="2837584108" sldId="268"/>
        </pc:sldMkLst>
        <pc:spChg chg="mod">
          <ac:chgData name="Gidon Gautel" userId="e34bb43991760b32" providerId="LiveId" clId="{92B66313-D96B-4AD0-B7BB-0FF339476B36}" dt="2025-11-11T05:30:25.024" v="2452" actId="20577"/>
          <ac:spMkLst>
            <pc:docMk/>
            <pc:sldMk cId="2837584108" sldId="268"/>
            <ac:spMk id="2" creationId="{1B40C3C8-D16B-D51B-58C6-0BABC9EEFB68}"/>
          </ac:spMkLst>
        </pc:spChg>
        <pc:spChg chg="add mod ord">
          <ac:chgData name="Gidon Gautel" userId="e34bb43991760b32" providerId="LiveId" clId="{92B66313-D96B-4AD0-B7BB-0FF339476B36}" dt="2025-11-11T05:23:38.628" v="2367" actId="167"/>
          <ac:spMkLst>
            <pc:docMk/>
            <pc:sldMk cId="2837584108" sldId="268"/>
            <ac:spMk id="3" creationId="{ED3D246C-18E5-F40D-5E26-C438F30575D1}"/>
          </ac:spMkLst>
        </pc:spChg>
        <pc:spChg chg="del">
          <ac:chgData name="Gidon Gautel" userId="e34bb43991760b32" providerId="LiveId" clId="{92B66313-D96B-4AD0-B7BB-0FF339476B36}" dt="2025-11-11T05:22:59.230" v="2358" actId="478"/>
          <ac:spMkLst>
            <pc:docMk/>
            <pc:sldMk cId="2837584108" sldId="268"/>
            <ac:spMk id="33" creationId="{5E281A8C-8FC8-9EB4-92E7-DF3ADA135B3B}"/>
          </ac:spMkLst>
        </pc:spChg>
        <pc:spChg chg="del">
          <ac:chgData name="Gidon Gautel" userId="e34bb43991760b32" providerId="LiveId" clId="{92B66313-D96B-4AD0-B7BB-0FF339476B36}" dt="2025-11-11T05:22:59.230" v="2358" actId="478"/>
          <ac:spMkLst>
            <pc:docMk/>
            <pc:sldMk cId="2837584108" sldId="268"/>
            <ac:spMk id="34" creationId="{13E3A4F5-6D09-F83B-1DFE-8664C4598F27}"/>
          </ac:spMkLst>
        </pc:spChg>
        <pc:spChg chg="del">
          <ac:chgData name="Gidon Gautel" userId="e34bb43991760b32" providerId="LiveId" clId="{92B66313-D96B-4AD0-B7BB-0FF339476B36}" dt="2025-11-11T05:22:59.230" v="2358" actId="478"/>
          <ac:spMkLst>
            <pc:docMk/>
            <pc:sldMk cId="2837584108" sldId="268"/>
            <ac:spMk id="35" creationId="{1D99322E-B57B-485B-10B1-7F0993A6C6C8}"/>
          </ac:spMkLst>
        </pc:spChg>
        <pc:grpChg chg="del">
          <ac:chgData name="Gidon Gautel" userId="e34bb43991760b32" providerId="LiveId" clId="{92B66313-D96B-4AD0-B7BB-0FF339476B36}" dt="2025-11-11T05:23:05.101" v="2360" actId="478"/>
          <ac:grpSpMkLst>
            <pc:docMk/>
            <pc:sldMk cId="2837584108" sldId="268"/>
            <ac:grpSpMk id="21" creationId="{16AA80E0-7F51-CE5A-B877-93D05A8CAB77}"/>
          </ac:grpSpMkLst>
        </pc:grpChg>
        <pc:grpChg chg="del">
          <ac:chgData name="Gidon Gautel" userId="e34bb43991760b32" providerId="LiveId" clId="{92B66313-D96B-4AD0-B7BB-0FF339476B36}" dt="2025-11-11T05:23:06.247" v="2361" actId="478"/>
          <ac:grpSpMkLst>
            <pc:docMk/>
            <pc:sldMk cId="2837584108" sldId="268"/>
            <ac:grpSpMk id="30" creationId="{59146E48-1AA8-CB13-D98C-3C088C5070E9}"/>
          </ac:grpSpMkLst>
        </pc:grpChg>
        <pc:picChg chg="del">
          <ac:chgData name="Gidon Gautel" userId="e34bb43991760b32" providerId="LiveId" clId="{92B66313-D96B-4AD0-B7BB-0FF339476B36}" dt="2025-11-11T05:23:03.915" v="2359" actId="478"/>
          <ac:picMkLst>
            <pc:docMk/>
            <pc:sldMk cId="2837584108" sldId="268"/>
            <ac:picMk id="20" creationId="{99EE006B-BAD3-3B73-B7A0-3210C3F29658}"/>
          </ac:picMkLst>
        </pc:picChg>
        <pc:picChg chg="del">
          <ac:chgData name="Gidon Gautel" userId="e34bb43991760b32" providerId="LiveId" clId="{92B66313-D96B-4AD0-B7BB-0FF339476B36}" dt="2025-11-11T05:22:59.230" v="2358" actId="478"/>
          <ac:picMkLst>
            <pc:docMk/>
            <pc:sldMk cId="2837584108" sldId="268"/>
            <ac:picMk id="32" creationId="{545EF655-5CD2-F960-739A-1D00E12C0CBF}"/>
          </ac:picMkLst>
        </pc:picChg>
      </pc:sldChg>
      <pc:sldChg chg="addSp delSp modSp add mod">
        <pc:chgData name="Gidon Gautel" userId="e34bb43991760b32" providerId="LiveId" clId="{92B66313-D96B-4AD0-B7BB-0FF339476B36}" dt="2025-11-11T05:31:13.144" v="2465" actId="1037"/>
        <pc:sldMkLst>
          <pc:docMk/>
          <pc:sldMk cId="3549725157" sldId="269"/>
        </pc:sldMkLst>
        <pc:spChg chg="mod">
          <ac:chgData name="Gidon Gautel" userId="e34bb43991760b32" providerId="LiveId" clId="{92B66313-D96B-4AD0-B7BB-0FF339476B36}" dt="2025-11-11T05:24:19.389" v="2384" actId="20577"/>
          <ac:spMkLst>
            <pc:docMk/>
            <pc:sldMk cId="3549725157" sldId="269"/>
            <ac:spMk id="2" creationId="{C3EFD915-7846-E120-11D0-2D936BF8C24B}"/>
          </ac:spMkLst>
        </pc:spChg>
        <pc:spChg chg="mod">
          <ac:chgData name="Gidon Gautel" userId="e34bb43991760b32" providerId="LiveId" clId="{92B66313-D96B-4AD0-B7BB-0FF339476B36}" dt="2025-11-11T05:29:33.317" v="2446"/>
          <ac:spMkLst>
            <pc:docMk/>
            <pc:sldMk cId="3549725157" sldId="269"/>
            <ac:spMk id="17" creationId="{05917344-DEFB-35F1-BD44-C548A0B1D878}"/>
          </ac:spMkLst>
        </pc:spChg>
        <pc:spChg chg="mod">
          <ac:chgData name="Gidon Gautel" userId="e34bb43991760b32" providerId="LiveId" clId="{92B66313-D96B-4AD0-B7BB-0FF339476B36}" dt="2025-11-11T05:29:33.317" v="2446"/>
          <ac:spMkLst>
            <pc:docMk/>
            <pc:sldMk cId="3549725157" sldId="269"/>
            <ac:spMk id="19" creationId="{188D356C-B201-B710-6EC2-159AB30A982F}"/>
          </ac:spMkLst>
        </pc:spChg>
        <pc:spChg chg="mod">
          <ac:chgData name="Gidon Gautel" userId="e34bb43991760b32" providerId="LiveId" clId="{92B66313-D96B-4AD0-B7BB-0FF339476B36}" dt="2025-11-11T05:29:33.317" v="2446"/>
          <ac:spMkLst>
            <pc:docMk/>
            <pc:sldMk cId="3549725157" sldId="269"/>
            <ac:spMk id="22" creationId="{42F7D9FE-047A-B549-A512-EBE217D9CC84}"/>
          </ac:spMkLst>
        </pc:spChg>
        <pc:spChg chg="del">
          <ac:chgData name="Gidon Gautel" userId="e34bb43991760b32" providerId="LiveId" clId="{92B66313-D96B-4AD0-B7BB-0FF339476B36}" dt="2025-11-11T05:29:30.227" v="2443" actId="478"/>
          <ac:spMkLst>
            <pc:docMk/>
            <pc:sldMk cId="3549725157" sldId="269"/>
            <ac:spMk id="33" creationId="{75E75882-A391-A88D-5572-D7B9D5292E3F}"/>
          </ac:spMkLst>
        </pc:spChg>
        <pc:spChg chg="del">
          <ac:chgData name="Gidon Gautel" userId="e34bb43991760b32" providerId="LiveId" clId="{92B66313-D96B-4AD0-B7BB-0FF339476B36}" dt="2025-11-11T05:29:31.132" v="2444" actId="478"/>
          <ac:spMkLst>
            <pc:docMk/>
            <pc:sldMk cId="3549725157" sldId="269"/>
            <ac:spMk id="34" creationId="{658CF006-B5F7-7BFF-2253-3CA61C07F1F1}"/>
          </ac:spMkLst>
        </pc:spChg>
        <pc:spChg chg="del">
          <ac:chgData name="Gidon Gautel" userId="e34bb43991760b32" providerId="LiveId" clId="{92B66313-D96B-4AD0-B7BB-0FF339476B36}" dt="2025-11-11T05:29:31.752" v="2445" actId="478"/>
          <ac:spMkLst>
            <pc:docMk/>
            <pc:sldMk cId="3549725157" sldId="269"/>
            <ac:spMk id="35" creationId="{22D087E4-A27B-E288-256A-CAEDE9BB183B}"/>
          </ac:spMkLst>
        </pc:spChg>
        <pc:grpChg chg="add mod">
          <ac:chgData name="Gidon Gautel" userId="e34bb43991760b32" providerId="LiveId" clId="{92B66313-D96B-4AD0-B7BB-0FF339476B36}" dt="2025-11-11T05:29:33.317" v="2446"/>
          <ac:grpSpMkLst>
            <pc:docMk/>
            <pc:sldMk cId="3549725157" sldId="269"/>
            <ac:grpSpMk id="10" creationId="{0232E509-301C-6D69-E5A9-BB3D743250C3}"/>
          </ac:grpSpMkLst>
        </pc:grpChg>
        <pc:grpChg chg="del">
          <ac:chgData name="Gidon Gautel" userId="e34bb43991760b32" providerId="LiveId" clId="{92B66313-D96B-4AD0-B7BB-0FF339476B36}" dt="2025-11-11T05:24:25.055" v="2385" actId="478"/>
          <ac:grpSpMkLst>
            <pc:docMk/>
            <pc:sldMk cId="3549725157" sldId="269"/>
            <ac:grpSpMk id="21" creationId="{5E71812D-9803-7549-AC5C-30E1E855B857}"/>
          </ac:grpSpMkLst>
        </pc:grpChg>
        <pc:grpChg chg="del">
          <ac:chgData name="Gidon Gautel" userId="e34bb43991760b32" providerId="LiveId" clId="{92B66313-D96B-4AD0-B7BB-0FF339476B36}" dt="2025-11-11T05:24:26.632" v="2386" actId="478"/>
          <ac:grpSpMkLst>
            <pc:docMk/>
            <pc:sldMk cId="3549725157" sldId="269"/>
            <ac:grpSpMk id="30" creationId="{05EBCEED-FC57-1235-A9F9-E8767B6DB557}"/>
          </ac:grpSpMkLst>
        </pc:grpChg>
        <pc:picChg chg="add mod">
          <ac:chgData name="Gidon Gautel" userId="e34bb43991760b32" providerId="LiveId" clId="{92B66313-D96B-4AD0-B7BB-0FF339476B36}" dt="2025-11-11T05:31:13.144" v="2465" actId="1037"/>
          <ac:picMkLst>
            <pc:docMk/>
            <pc:sldMk cId="3549725157" sldId="269"/>
            <ac:picMk id="4" creationId="{45A50F58-F12B-8D43-2836-92572A69B69D}"/>
          </ac:picMkLst>
        </pc:picChg>
        <pc:picChg chg="add mod">
          <ac:chgData name="Gidon Gautel" userId="e34bb43991760b32" providerId="LiveId" clId="{92B66313-D96B-4AD0-B7BB-0FF339476B36}" dt="2025-11-11T05:28:11.552" v="2399" actId="1076"/>
          <ac:picMkLst>
            <pc:docMk/>
            <pc:sldMk cId="3549725157" sldId="269"/>
            <ac:picMk id="7" creationId="{245C3E9D-EEBE-C626-BF12-53AC0599B67F}"/>
          </ac:picMkLst>
        </pc:picChg>
        <pc:picChg chg="add mod">
          <ac:chgData name="Gidon Gautel" userId="e34bb43991760b32" providerId="LiveId" clId="{92B66313-D96B-4AD0-B7BB-0FF339476B36}" dt="2025-11-11T05:31:05.712" v="2454" actId="1076"/>
          <ac:picMkLst>
            <pc:docMk/>
            <pc:sldMk cId="3549725157" sldId="269"/>
            <ac:picMk id="9" creationId="{D6A7BA31-1E0F-8C80-6441-CD6A820536ED}"/>
          </ac:picMkLst>
        </pc:picChg>
        <pc:picChg chg="mod">
          <ac:chgData name="Gidon Gautel" userId="e34bb43991760b32" providerId="LiveId" clId="{92B66313-D96B-4AD0-B7BB-0FF339476B36}" dt="2025-11-11T05:29:33.317" v="2446"/>
          <ac:picMkLst>
            <pc:docMk/>
            <pc:sldMk cId="3549725157" sldId="269"/>
            <ac:picMk id="15" creationId="{6BE309FA-42D8-A03A-F7AB-2B09F272CBE9}"/>
          </ac:picMkLst>
        </pc:picChg>
        <pc:picChg chg="del">
          <ac:chgData name="Gidon Gautel" userId="e34bb43991760b32" providerId="LiveId" clId="{92B66313-D96B-4AD0-B7BB-0FF339476B36}" dt="2025-11-11T05:24:27.953" v="2387" actId="478"/>
          <ac:picMkLst>
            <pc:docMk/>
            <pc:sldMk cId="3549725157" sldId="269"/>
            <ac:picMk id="20" creationId="{BB8A0E68-64FD-6F49-1170-79DA065E0850}"/>
          </ac:picMkLst>
        </pc:picChg>
        <pc:picChg chg="del">
          <ac:chgData name="Gidon Gautel" userId="e34bb43991760b32" providerId="LiveId" clId="{92B66313-D96B-4AD0-B7BB-0FF339476B36}" dt="2025-11-11T05:29:26.864" v="2442" actId="478"/>
          <ac:picMkLst>
            <pc:docMk/>
            <pc:sldMk cId="3549725157" sldId="269"/>
            <ac:picMk id="32" creationId="{26A5146F-F062-3149-0A27-2AFA3DA972F1}"/>
          </ac:picMkLst>
        </pc:picChg>
      </pc:sldChg>
      <pc:sldMasterChg chg="modSldLayout">
        <pc:chgData name="Gidon Gautel" userId="e34bb43991760b32" providerId="LiveId" clId="{92B66313-D96B-4AD0-B7BB-0FF339476B36}" dt="2025-11-11T04:40:03.570" v="1816" actId="1038"/>
        <pc:sldMasterMkLst>
          <pc:docMk/>
          <pc:sldMasterMk cId="1683066118" sldId="2147483648"/>
        </pc:sldMasterMkLst>
        <pc:sldLayoutChg chg="addSp delSp modSp mod">
          <pc:chgData name="Gidon Gautel" userId="e34bb43991760b32" providerId="LiveId" clId="{92B66313-D96B-4AD0-B7BB-0FF339476B36}" dt="2025-11-11T04:39:00.560" v="1809" actId="113"/>
          <pc:sldLayoutMkLst>
            <pc:docMk/>
            <pc:sldMasterMk cId="1683066118" sldId="2147483648"/>
            <pc:sldLayoutMk cId="4115769022" sldId="2147483649"/>
          </pc:sldLayoutMkLst>
          <pc:spChg chg="mod">
            <ac:chgData name="Gidon Gautel" userId="e34bb43991760b32" providerId="LiveId" clId="{92B66313-D96B-4AD0-B7BB-0FF339476B36}" dt="2025-11-11T04:36:56.952" v="1796" actId="113"/>
            <ac:spMkLst>
              <pc:docMk/>
              <pc:sldMasterMk cId="1683066118" sldId="2147483648"/>
              <pc:sldLayoutMk cId="4115769022" sldId="2147483649"/>
              <ac:spMk id="2" creationId="{DB0B857A-25CA-1A1E-AA74-1E351C454E5C}"/>
            </ac:spMkLst>
          </pc:spChg>
          <pc:spChg chg="mod">
            <ac:chgData name="Gidon Gautel" userId="e34bb43991760b32" providerId="LiveId" clId="{92B66313-D96B-4AD0-B7BB-0FF339476B36}" dt="2025-11-11T04:39:00.560" v="1809" actId="113"/>
            <ac:spMkLst>
              <pc:docMk/>
              <pc:sldMasterMk cId="1683066118" sldId="2147483648"/>
              <pc:sldLayoutMk cId="4115769022" sldId="2147483649"/>
              <ac:spMk id="3" creationId="{257DCA59-3B73-6719-443B-86B01DECD6A0}"/>
            </ac:spMkLst>
          </pc:spChg>
          <pc:spChg chg="add mod ord">
            <ac:chgData name="Gidon Gautel" userId="e34bb43991760b32" providerId="LiveId" clId="{92B66313-D96B-4AD0-B7BB-0FF339476B36}" dt="2025-11-11T03:47:23.246" v="796" actId="14100"/>
            <ac:spMkLst>
              <pc:docMk/>
              <pc:sldMasterMk cId="1683066118" sldId="2147483648"/>
              <pc:sldLayoutMk cId="4115769022" sldId="2147483649"/>
              <ac:spMk id="7" creationId="{7167E6DA-6223-0EAB-33BD-4360A1C461FD}"/>
            </ac:spMkLst>
          </pc:spChg>
          <pc:picChg chg="add del mod">
            <ac:chgData name="Gidon Gautel" userId="e34bb43991760b32" providerId="LiveId" clId="{92B66313-D96B-4AD0-B7BB-0FF339476B36}" dt="2025-11-11T03:36:45.808" v="548" actId="478"/>
            <ac:picMkLst>
              <pc:docMk/>
              <pc:sldMasterMk cId="1683066118" sldId="2147483648"/>
              <pc:sldLayoutMk cId="4115769022" sldId="2147483649"/>
              <ac:picMk id="9" creationId="{AB6621B0-BF53-DD7A-477D-737D6FC0DC83}"/>
            </ac:picMkLst>
          </pc:picChg>
          <pc:picChg chg="add del mod">
            <ac:chgData name="Gidon Gautel" userId="e34bb43991760b32" providerId="LiveId" clId="{92B66313-D96B-4AD0-B7BB-0FF339476B36}" dt="2025-11-11T03:35:15.101" v="542"/>
            <ac:picMkLst>
              <pc:docMk/>
              <pc:sldMasterMk cId="1683066118" sldId="2147483648"/>
              <pc:sldLayoutMk cId="4115769022" sldId="2147483649"/>
              <ac:picMk id="11" creationId="{7AE3451C-8466-9ED2-54FC-71280E5D36DF}"/>
            </ac:picMkLst>
          </pc:picChg>
          <pc:picChg chg="add mod">
            <ac:chgData name="Gidon Gautel" userId="e34bb43991760b32" providerId="LiveId" clId="{92B66313-D96B-4AD0-B7BB-0FF339476B36}" dt="2025-11-11T03:52:23.623" v="845" actId="1036"/>
            <ac:picMkLst>
              <pc:docMk/>
              <pc:sldMasterMk cId="1683066118" sldId="2147483648"/>
              <pc:sldLayoutMk cId="4115769022" sldId="2147483649"/>
              <ac:picMk id="13" creationId="{7E93D06C-7156-D98A-0D86-F782E7D3E018}"/>
            </ac:picMkLst>
          </pc:picChg>
        </pc:sldLayoutChg>
        <pc:sldLayoutChg chg="addSp delSp modSp mod">
          <pc:chgData name="Gidon Gautel" userId="e34bb43991760b32" providerId="LiveId" clId="{92B66313-D96B-4AD0-B7BB-0FF339476B36}" dt="2025-11-11T04:38:48.502" v="1807" actId="2711"/>
          <pc:sldLayoutMkLst>
            <pc:docMk/>
            <pc:sldMasterMk cId="1683066118" sldId="2147483648"/>
            <pc:sldLayoutMk cId="4106140325" sldId="2147483650"/>
          </pc:sldLayoutMkLst>
          <pc:spChg chg="mod">
            <ac:chgData name="Gidon Gautel" userId="e34bb43991760b32" providerId="LiveId" clId="{92B66313-D96B-4AD0-B7BB-0FF339476B36}" dt="2025-11-11T04:36:09.294" v="1792" actId="2711"/>
            <ac:spMkLst>
              <pc:docMk/>
              <pc:sldMasterMk cId="1683066118" sldId="2147483648"/>
              <pc:sldLayoutMk cId="4106140325" sldId="2147483650"/>
              <ac:spMk id="2" creationId="{E5452DE4-60C1-AEEA-483A-55956A9FC4BF}"/>
            </ac:spMkLst>
          </pc:spChg>
          <pc:spChg chg="mod">
            <ac:chgData name="Gidon Gautel" userId="e34bb43991760b32" providerId="LiveId" clId="{92B66313-D96B-4AD0-B7BB-0FF339476B36}" dt="2025-11-11T04:38:48.502" v="1807" actId="2711"/>
            <ac:spMkLst>
              <pc:docMk/>
              <pc:sldMasterMk cId="1683066118" sldId="2147483648"/>
              <pc:sldLayoutMk cId="4106140325" sldId="2147483650"/>
              <ac:spMk id="3" creationId="{2523255E-90FE-A634-EB37-B2EF63C57158}"/>
            </ac:spMkLst>
          </pc:spChg>
          <pc:spChg chg="add del mod">
            <ac:chgData name="Gidon Gautel" userId="e34bb43991760b32" providerId="LiveId" clId="{92B66313-D96B-4AD0-B7BB-0FF339476B36}" dt="2025-11-11T02:54:37.865" v="38" actId="478"/>
            <ac:spMkLst>
              <pc:docMk/>
              <pc:sldMasterMk cId="1683066118" sldId="2147483648"/>
              <pc:sldLayoutMk cId="4106140325" sldId="2147483650"/>
              <ac:spMk id="9" creationId="{56E22041-04AE-B1DE-AE51-CA172A85D32C}"/>
            </ac:spMkLst>
          </pc:spChg>
          <pc:spChg chg="add del mod">
            <ac:chgData name="Gidon Gautel" userId="e34bb43991760b32" providerId="LiveId" clId="{92B66313-D96B-4AD0-B7BB-0FF339476B36}" dt="2025-11-11T02:54:35.906" v="37" actId="478"/>
            <ac:spMkLst>
              <pc:docMk/>
              <pc:sldMasterMk cId="1683066118" sldId="2147483648"/>
              <pc:sldLayoutMk cId="4106140325" sldId="2147483650"/>
              <ac:spMk id="10" creationId="{69CD4CBB-0BD2-A8A4-581D-C115EA1CFBCC}"/>
            </ac:spMkLst>
          </pc:spChg>
          <pc:spChg chg="add del mod">
            <ac:chgData name="Gidon Gautel" userId="e34bb43991760b32" providerId="LiveId" clId="{92B66313-D96B-4AD0-B7BB-0FF339476B36}" dt="2025-11-11T03:47:45.870" v="799" actId="478"/>
            <ac:spMkLst>
              <pc:docMk/>
              <pc:sldMasterMk cId="1683066118" sldId="2147483648"/>
              <pc:sldLayoutMk cId="4106140325" sldId="2147483650"/>
              <ac:spMk id="11" creationId="{FBF7C011-83D3-BD34-8997-BC780319A384}"/>
            </ac:spMkLst>
          </pc:spChg>
          <pc:spChg chg="add del mod">
            <ac:chgData name="Gidon Gautel" userId="e34bb43991760b32" providerId="LiveId" clId="{92B66313-D96B-4AD0-B7BB-0FF339476B36}" dt="2025-11-11T03:48:53.804" v="806" actId="478"/>
            <ac:spMkLst>
              <pc:docMk/>
              <pc:sldMasterMk cId="1683066118" sldId="2147483648"/>
              <pc:sldLayoutMk cId="4106140325" sldId="2147483650"/>
              <ac:spMk id="12" creationId="{57A0E96D-C656-1AF5-CD49-71D103A33DA5}"/>
            </ac:spMkLst>
          </pc:spChg>
          <pc:spChg chg="add mod">
            <ac:chgData name="Gidon Gautel" userId="e34bb43991760b32" providerId="LiveId" clId="{92B66313-D96B-4AD0-B7BB-0FF339476B36}" dt="2025-11-11T03:55:40.088" v="926" actId="207"/>
            <ac:spMkLst>
              <pc:docMk/>
              <pc:sldMasterMk cId="1683066118" sldId="2147483648"/>
              <pc:sldLayoutMk cId="4106140325" sldId="2147483650"/>
              <ac:spMk id="14" creationId="{F6E84CB2-ACE8-9586-6F49-201C5F8A3711}"/>
            </ac:spMkLst>
          </pc:spChg>
          <pc:spChg chg="add del mod">
            <ac:chgData name="Gidon Gautel" userId="e34bb43991760b32" providerId="LiveId" clId="{92B66313-D96B-4AD0-B7BB-0FF339476B36}" dt="2025-11-11T03:50:20.530" v="813" actId="478"/>
            <ac:spMkLst>
              <pc:docMk/>
              <pc:sldMasterMk cId="1683066118" sldId="2147483648"/>
              <pc:sldLayoutMk cId="4106140325" sldId="2147483650"/>
              <ac:spMk id="15" creationId="{A0A9A231-DC99-EF86-BDF4-47CEE37E80D9}"/>
            </ac:spMkLst>
          </pc:spChg>
          <pc:spChg chg="add mod">
            <ac:chgData name="Gidon Gautel" userId="e34bb43991760b32" providerId="LiveId" clId="{92B66313-D96B-4AD0-B7BB-0FF339476B36}" dt="2025-11-11T03:50:35.757" v="816" actId="207"/>
            <ac:spMkLst>
              <pc:docMk/>
              <pc:sldMasterMk cId="1683066118" sldId="2147483648"/>
              <pc:sldLayoutMk cId="4106140325" sldId="2147483650"/>
              <ac:spMk id="16" creationId="{6F3B9739-0A8E-E28C-A928-389F88B4F583}"/>
            </ac:spMkLst>
          </pc:spChg>
          <pc:picChg chg="add del mod">
            <ac:chgData name="Gidon Gautel" userId="e34bb43991760b32" providerId="LiveId" clId="{92B66313-D96B-4AD0-B7BB-0FF339476B36}" dt="2025-11-11T03:37:49.136" v="574" actId="478"/>
            <ac:picMkLst>
              <pc:docMk/>
              <pc:sldMasterMk cId="1683066118" sldId="2147483648"/>
              <pc:sldLayoutMk cId="4106140325" sldId="2147483650"/>
              <ac:picMk id="8" creationId="{2A71E3E5-6277-5813-E384-323642E653F2}"/>
            </ac:picMkLst>
          </pc:picChg>
          <pc:picChg chg="add mod">
            <ac:chgData name="Gidon Gautel" userId="e34bb43991760b32" providerId="LiveId" clId="{92B66313-D96B-4AD0-B7BB-0FF339476B36}" dt="2025-11-11T03:54:54.449" v="925" actId="1035"/>
            <ac:picMkLst>
              <pc:docMk/>
              <pc:sldMasterMk cId="1683066118" sldId="2147483648"/>
              <pc:sldLayoutMk cId="4106140325" sldId="2147483650"/>
              <ac:picMk id="13" creationId="{6F82EE5A-E43E-081E-A03D-B568D97BB41C}"/>
            </ac:picMkLst>
          </pc:picChg>
        </pc:sldLayoutChg>
        <pc:sldLayoutChg chg="addSp delSp modSp mod">
          <pc:chgData name="Gidon Gautel" userId="e34bb43991760b32" providerId="LiveId" clId="{92B66313-D96B-4AD0-B7BB-0FF339476B36}" dt="2025-11-11T04:40:03.570" v="1816" actId="1038"/>
          <pc:sldLayoutMkLst>
            <pc:docMk/>
            <pc:sldMasterMk cId="1683066118" sldId="2147483648"/>
            <pc:sldLayoutMk cId="2048721937" sldId="2147483660"/>
          </pc:sldLayoutMkLst>
          <pc:spChg chg="mod">
            <ac:chgData name="Gidon Gautel" userId="e34bb43991760b32" providerId="LiveId" clId="{92B66313-D96B-4AD0-B7BB-0FF339476B36}" dt="2025-11-11T04:37:17.645" v="1800" actId="113"/>
            <ac:spMkLst>
              <pc:docMk/>
              <pc:sldMasterMk cId="1683066118" sldId="2147483648"/>
              <pc:sldLayoutMk cId="2048721937" sldId="2147483660"/>
              <ac:spMk id="2" creationId="{DB0B857A-25CA-1A1E-AA74-1E351C454E5C}"/>
            </ac:spMkLst>
          </pc:spChg>
          <pc:spChg chg="mod">
            <ac:chgData name="Gidon Gautel" userId="e34bb43991760b32" providerId="LiveId" clId="{92B66313-D96B-4AD0-B7BB-0FF339476B36}" dt="2025-11-11T04:38:40.930" v="1806" actId="113"/>
            <ac:spMkLst>
              <pc:docMk/>
              <pc:sldMasterMk cId="1683066118" sldId="2147483648"/>
              <pc:sldLayoutMk cId="2048721937" sldId="2147483660"/>
              <ac:spMk id="3" creationId="{257DCA59-3B73-6719-443B-86B01DECD6A0}"/>
            </ac:spMkLst>
          </pc:spChg>
          <pc:spChg chg="mod">
            <ac:chgData name="Gidon Gautel" userId="e34bb43991760b32" providerId="LiveId" clId="{92B66313-D96B-4AD0-B7BB-0FF339476B36}" dt="2025-11-11T03:57:22.505" v="964" actId="3064"/>
            <ac:spMkLst>
              <pc:docMk/>
              <pc:sldMasterMk cId="1683066118" sldId="2147483648"/>
              <pc:sldLayoutMk cId="2048721937" sldId="2147483660"/>
              <ac:spMk id="7" creationId="{7167E6DA-6223-0EAB-33BD-4360A1C461FD}"/>
            </ac:spMkLst>
          </pc:spChg>
          <pc:picChg chg="add mod">
            <ac:chgData name="Gidon Gautel" userId="e34bb43991760b32" providerId="LiveId" clId="{92B66313-D96B-4AD0-B7BB-0FF339476B36}" dt="2025-11-11T04:40:03.570" v="1816" actId="1038"/>
            <ac:picMkLst>
              <pc:docMk/>
              <pc:sldMasterMk cId="1683066118" sldId="2147483648"/>
              <pc:sldLayoutMk cId="2048721937" sldId="2147483660"/>
              <ac:picMk id="8" creationId="{7D694EAA-0493-B071-65AD-005980262723}"/>
            </ac:picMkLst>
          </pc:picChg>
          <pc:picChg chg="del mod">
            <ac:chgData name="Gidon Gautel" userId="e34bb43991760b32" providerId="LiveId" clId="{92B66313-D96B-4AD0-B7BB-0FF339476B36}" dt="2025-11-11T03:37:17.511" v="554" actId="478"/>
            <ac:picMkLst>
              <pc:docMk/>
              <pc:sldMasterMk cId="1683066118" sldId="2147483648"/>
              <pc:sldLayoutMk cId="2048721937" sldId="2147483660"/>
              <ac:picMk id="9" creationId="{AB6621B0-BF53-DD7A-477D-737D6FC0DC83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67E6DA-6223-0EAB-33BD-4360A1C461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B857A-25CA-1A1E-AA74-1E351C454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94772"/>
            <a:ext cx="12192000" cy="926305"/>
          </a:xfrm>
        </p:spPr>
        <p:txBody>
          <a:bodyPr anchor="t"/>
          <a:lstStyle>
            <a:lvl1pPr algn="ctr">
              <a:defRPr sz="6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DCA59-3B73-6719-443B-86B01DEC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220" y="5967377"/>
            <a:ext cx="9144000" cy="802322"/>
          </a:xfr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438A6-FA2C-1336-C110-6B5C973E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6092-EB20-EFDB-032B-609619F1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78AC-9AE5-74F6-4B9C-E654BCA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yellow star in a circle&#10;&#10;AI-generated content may be incorrect.">
            <a:extLst>
              <a:ext uri="{FF2B5EF4-FFF2-40B4-BE49-F238E27FC236}">
                <a16:creationId xmlns:a16="http://schemas.microsoft.com/office/drawing/2014/main" id="{7E93D06C-7156-D98A-0D86-F782E7D3E0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040" y="530087"/>
            <a:ext cx="4185920" cy="418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6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67E6DA-6223-0EAB-33BD-4360A1C461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B857A-25CA-1A1E-AA74-1E351C454E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6514" y="1921428"/>
            <a:ext cx="6774242" cy="926305"/>
          </a:xfrm>
        </p:spPr>
        <p:txBody>
          <a:bodyPr anchor="t"/>
          <a:lstStyle>
            <a:lvl1pPr algn="l">
              <a:defRPr sz="6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 dirty="0"/>
              <a:t>\Ark Robotics\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DCA59-3B73-6719-443B-86B01DEC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514" y="2932638"/>
            <a:ext cx="6774242" cy="802322"/>
          </a:xfrm>
        </p:spPr>
        <p:txBody>
          <a:bodyPr wrap="none">
            <a:noAutofit/>
          </a:bodyPr>
          <a:lstStyle>
            <a:lvl1pPr marL="457200" indent="-457200" algn="l">
              <a:buFont typeface="Wingdings" panose="05000000000000000000" pitchFamily="2" charset="2"/>
              <a:buChar char="§"/>
              <a:defRPr sz="3200" b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438A6-FA2C-1336-C110-6B5C973E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6092-EB20-EFDB-032B-609619F1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78AC-9AE5-74F6-4B9C-E654BCA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star in a circle&#10;&#10;AI-generated content may be incorrect.">
            <a:extLst>
              <a:ext uri="{FF2B5EF4-FFF2-40B4-BE49-F238E27FC236}">
                <a16:creationId xmlns:a16="http://schemas.microsoft.com/office/drawing/2014/main" id="{7D694EAA-0493-B071-65AD-0059802627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25" y="1507987"/>
            <a:ext cx="1753186" cy="17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2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2DE4-60C1-AEEA-483A-55956A9F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0" y="258959"/>
            <a:ext cx="10515600" cy="729168"/>
          </a:xfrm>
        </p:spPr>
        <p:txBody>
          <a:bodyPr/>
          <a:lstStyle>
            <a:lvl1pPr>
              <a:defRPr b="1">
                <a:latin typeface="Arial Nova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3255E-90FE-A634-EB37-B2EF63C57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0" y="1104231"/>
            <a:ext cx="11903914" cy="5389165"/>
          </a:xfrm>
        </p:spPr>
        <p:txBody>
          <a:bodyPr wrap="square"/>
          <a:lstStyle>
            <a:lvl1pPr>
              <a:buClr>
                <a:srgbClr val="EEB548"/>
              </a:buClr>
              <a:buFont typeface="Wingdings" panose="05000000000000000000" pitchFamily="2" charset="2"/>
              <a:buChar char="§"/>
              <a:defRPr>
                <a:latin typeface="Arial Nova" panose="020B0504020202020204" pitchFamily="34" charset="0"/>
              </a:defRPr>
            </a:lvl1pPr>
            <a:lvl2pPr>
              <a:buClr>
                <a:srgbClr val="EEB548"/>
              </a:buClr>
              <a:buFont typeface="Wingdings" panose="05000000000000000000" pitchFamily="2" charset="2"/>
              <a:buChar char="§"/>
              <a:defRPr>
                <a:latin typeface="Arial Nova" panose="020B0504020202020204" pitchFamily="34" charset="0"/>
              </a:defRPr>
            </a:lvl2pPr>
            <a:lvl3pPr>
              <a:buClr>
                <a:srgbClr val="EEB548"/>
              </a:buClr>
              <a:buFont typeface="Wingdings" panose="05000000000000000000" pitchFamily="2" charset="2"/>
              <a:buChar char="§"/>
              <a:defRPr>
                <a:latin typeface="Arial Nova" panose="020B0504020202020204" pitchFamily="34" charset="0"/>
              </a:defRPr>
            </a:lvl3pPr>
            <a:lvl4pPr>
              <a:buClr>
                <a:srgbClr val="EEB548"/>
              </a:buClr>
              <a:buFont typeface="Wingdings" panose="05000000000000000000" pitchFamily="2" charset="2"/>
              <a:buChar char="§"/>
              <a:defRPr>
                <a:latin typeface="Arial Nova" panose="020B0504020202020204" pitchFamily="34" charset="0"/>
              </a:defRPr>
            </a:lvl4pPr>
            <a:lvl5pPr>
              <a:buClr>
                <a:srgbClr val="EEB548"/>
              </a:buClr>
              <a:buFont typeface="Wingdings" panose="05000000000000000000" pitchFamily="2" charset="2"/>
              <a:buChar char="§"/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182FC-851A-0A43-811F-CB4F1690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3AD2B-D4AB-2D76-C324-AF277F5D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800A-3E23-CB3E-6E0F-0E976D86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84CB2-ACE8-9586-6F49-201C5F8A3711}"/>
              </a:ext>
            </a:extLst>
          </p:cNvPr>
          <p:cNvSpPr/>
          <p:nvPr userDrawn="1"/>
        </p:nvSpPr>
        <p:spPr>
          <a:xfrm>
            <a:off x="0" y="0"/>
            <a:ext cx="10571260" cy="1144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B9739-0A8E-E28C-A928-389F88B4F583}"/>
              </a:ext>
            </a:extLst>
          </p:cNvPr>
          <p:cNvSpPr/>
          <p:nvPr userDrawn="1"/>
        </p:nvSpPr>
        <p:spPr>
          <a:xfrm>
            <a:off x="1620740" y="6749846"/>
            <a:ext cx="10571260" cy="1144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circle with a black background&#10;&#10;AI-generated content may be incorrect.">
            <a:extLst>
              <a:ext uri="{FF2B5EF4-FFF2-40B4-BE49-F238E27FC236}">
                <a16:creationId xmlns:a16="http://schemas.microsoft.com/office/drawing/2014/main" id="{581CBAD8-F762-4352-7368-A017E3D184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878" y="106532"/>
            <a:ext cx="710314" cy="71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9489-9501-5352-B322-97B06441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40A47-C3B6-8FAD-0865-FA03CBA0A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573B6-E507-52D7-D1F2-8CC2D0A5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281F-5D84-1C63-31B8-5A9CA9FEE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BEF5A-8382-EA66-BC1D-46722B05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2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1400-A64E-4299-508A-439BB225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837F-EE58-DE09-810C-82A413E39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9B2AB-F79C-B2A8-B3B2-8A555D2A3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47ED9-6B70-199C-0450-CB845D4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D62BF-6C95-9965-1FC7-F6BE83A5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D4F22-EA45-2181-3D7F-88BA367F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3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8EBC-70CF-C603-0E5E-8A3852B2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D0B21-E344-33DF-339E-F37228056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65C5F-7769-2135-B5E8-C6740154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970E1-6D4C-126D-01B2-B580A73C0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0CECE-02CC-EB61-5E4D-8D59848A6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64A69-F88D-611A-EBCF-EBC729C0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BD672-55CE-FCFC-1DA2-341AEBC3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FB6A9-BCD5-1CA7-DE0A-3AC59351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1741-197B-A165-91F8-DE9651BF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B0AD0-0649-3FE8-6467-E007C894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6BFD0-84DA-3C60-20BF-DF8EF9C3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B56BD-F94D-DABC-F06A-D9D71C9F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1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F7737-FCC7-9FCE-6066-34BB9D33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368BD-514E-1A2E-2D58-2BBA8D36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B21A-C329-0D6C-DDBB-647E0D0C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5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E8EC-65CE-3321-F11A-823121A7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087B-1999-B90B-7F2A-A551DC637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8D929-78C2-0175-BD71-650A4526B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CF2BE-528B-6A0C-2FF7-EB8325EB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0CC7C-09C6-0ECA-D12B-A9E9D2E8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1B85F-02A9-4505-7DF4-6F2DCDD2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7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8F24-8D61-DBC5-ACAF-0F030D9A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F2BC2-E1A4-1165-DA75-88BBA7DEB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DF0AD-C315-2566-74F1-481A6D27D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3FF5B-0DD2-885C-40A4-C4B42080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D9235-550E-3252-C859-784A372C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655FA-C3B9-5CB3-046A-9236CE22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6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8E8D-3F2D-78C4-D0CB-651CD248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AEEDB-E8CF-7C7B-8A9A-11BA0B76A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D40E-D145-4919-CEDD-22EB07C1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422E-73B8-661D-9DEC-02349741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2D18-1D78-1BCE-C19D-2B2B3258A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71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0B9E7-88C5-DC06-A1F6-DC355D32D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9A558-9C78-0B77-5574-8ED1D71D4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C1BFE-DF2E-64B4-0751-06B6923F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3B0E3-CB12-97BE-7370-3FEB29CF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3F70-80C7-C690-B545-3370695D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4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05F06-DE1F-E4FE-4B28-E068A71A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A380C-DEDA-60D4-5586-6A590F369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D5F52-2B13-6466-4DD7-2598F63A2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D8904-8BFC-4615-A3B1-F40E2BC38C0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5C4BE-8408-8A61-840F-0C02A0FB1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5D43-D7B1-3F7F-81B7-6D3B0071D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D2E12-F234-4D6C-82B1-AB2B4501E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6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g"/><Relationship Id="rId7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6E4F-A96B-65A3-9C6A-8C41C798AB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Ark Robotics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76A7C-3E04-623F-3379-BD20592D9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Pitch Deck 11.11.2025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85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5F1F-710C-FA71-0FE2-8F92FC2C4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~/</a:t>
            </a:r>
            <a:r>
              <a:rPr lang="en-GB" dirty="0" err="1"/>
              <a:t>Ark_Robotics</a:t>
            </a:r>
            <a:r>
              <a:rPr lang="en-GB" dirty="0"/>
              <a:t>/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62307-B391-FC86-3408-68B07F243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/Team</a:t>
            </a:r>
          </a:p>
          <a:p>
            <a:r>
              <a:rPr lang="en-GB" dirty="0"/>
              <a:t>/Motivation</a:t>
            </a:r>
          </a:p>
          <a:p>
            <a:r>
              <a:rPr lang="en-GB" dirty="0"/>
              <a:t>/</a:t>
            </a:r>
            <a:r>
              <a:rPr lang="en-GB" dirty="0" err="1"/>
              <a:t>Market_Research</a:t>
            </a:r>
            <a:endParaRPr lang="en-GB" dirty="0"/>
          </a:p>
          <a:p>
            <a:r>
              <a:rPr lang="en-GB" dirty="0"/>
              <a:t>/</a:t>
            </a:r>
            <a:r>
              <a:rPr lang="en-GB" dirty="0" err="1"/>
              <a:t>System_Overview</a:t>
            </a:r>
            <a:endParaRPr lang="en-GB" dirty="0"/>
          </a:p>
          <a:p>
            <a:r>
              <a:rPr lang="en-GB" dirty="0"/>
              <a:t>/</a:t>
            </a:r>
            <a:r>
              <a:rPr lang="en-GB" dirty="0" err="1"/>
              <a:t>Technical_Contributions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24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8228-ECF1-509B-580D-F8AA2B64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1EAB-17EB-C3F1-4E4E-44AE5E975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/Team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B41A7-F45B-7657-6FB6-8890CF3D3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Gidon Gautel</a:t>
            </a:r>
          </a:p>
          <a:p>
            <a:r>
              <a:rPr lang="en-GB" dirty="0"/>
              <a:t>Skanda Nadig</a:t>
            </a:r>
          </a:p>
          <a:p>
            <a:r>
              <a:rPr lang="en-GB" dirty="0"/>
              <a:t>Yunhao Cao</a:t>
            </a:r>
          </a:p>
          <a:p>
            <a:r>
              <a:rPr lang="en-GB" dirty="0"/>
              <a:t>Gourav Mohanan</a:t>
            </a:r>
          </a:p>
        </p:txBody>
      </p:sp>
    </p:spTree>
    <p:extLst>
      <p:ext uri="{BB962C8B-B14F-4D97-AF65-F5344CB8AC3E}">
        <p14:creationId xmlns:p14="http://schemas.microsoft.com/office/powerpoint/2010/main" val="167944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8798-7569-1978-27B0-38471D24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6A24D-8BC0-AA0B-5A7F-14D5C4720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874" y="1077571"/>
            <a:ext cx="8151846" cy="54158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latin typeface="Arial Nova" panose="020B0504020202020204" pitchFamily="34" charset="0"/>
              </a:rPr>
              <a:t>Problem:</a:t>
            </a:r>
          </a:p>
          <a:p>
            <a:r>
              <a:rPr lang="en-GB" dirty="0"/>
              <a:t>140 hours / year inspecting and repairing</a:t>
            </a:r>
          </a:p>
          <a:p>
            <a:r>
              <a:rPr lang="en-GB" dirty="0"/>
              <a:t>Hours not spent on </a:t>
            </a:r>
            <a:r>
              <a:rPr lang="en-GB" i="1" dirty="0"/>
              <a:t>value-added</a:t>
            </a:r>
            <a:r>
              <a:rPr lang="en-GB" b="1" dirty="0"/>
              <a:t> </a:t>
            </a:r>
            <a:r>
              <a:rPr lang="en-GB" dirty="0"/>
              <a:t>activities</a:t>
            </a:r>
          </a:p>
          <a:p>
            <a:r>
              <a:rPr lang="en-GB" i="1" dirty="0"/>
              <a:t>$28M </a:t>
            </a:r>
            <a:r>
              <a:rPr lang="en-GB" dirty="0"/>
              <a:t>in direct cost lost per year</a:t>
            </a:r>
          </a:p>
          <a:p>
            <a:r>
              <a:rPr lang="en-GB" dirty="0"/>
              <a:t>Add opportunity cost: </a:t>
            </a:r>
            <a:r>
              <a:rPr lang="en-GB" i="1" dirty="0"/>
              <a:t>$50M+ / year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>
                <a:latin typeface="Arial Nova" panose="020B0504020202020204" pitchFamily="34" charset="0"/>
              </a:rPr>
              <a:t>Solution:</a:t>
            </a:r>
          </a:p>
          <a:p>
            <a:r>
              <a:rPr lang="en-GB" dirty="0"/>
              <a:t>Automate external inspection with free-floating platform</a:t>
            </a:r>
          </a:p>
          <a:p>
            <a:r>
              <a:rPr lang="en-GB" dirty="0"/>
              <a:t>Free astronaut time, reduce operation risk</a:t>
            </a:r>
          </a:p>
          <a:p>
            <a:r>
              <a:rPr lang="en-GB" dirty="0"/>
              <a:t>Support next gen. commercial stations</a:t>
            </a:r>
          </a:p>
          <a:p>
            <a:endParaRPr lang="en-US" dirty="0"/>
          </a:p>
        </p:txBody>
      </p:sp>
      <p:pic>
        <p:nvPicPr>
          <p:cNvPr id="5" name="Picture 4" descr="An astronaut in space with earth in the background&#10;&#10;AI-generated content may be incorrect.">
            <a:extLst>
              <a:ext uri="{FF2B5EF4-FFF2-40B4-BE49-F238E27FC236}">
                <a16:creationId xmlns:a16="http://schemas.microsoft.com/office/drawing/2014/main" id="{7D5A387E-98A7-5A9C-008E-F71EC9D01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0" y="1077570"/>
            <a:ext cx="3583458" cy="541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4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3FCC261-7BE4-75F4-C90B-20062DD264FD}"/>
              </a:ext>
            </a:extLst>
          </p:cNvPr>
          <p:cNvSpPr/>
          <p:nvPr/>
        </p:nvSpPr>
        <p:spPr>
          <a:xfrm>
            <a:off x="1346718" y="1175651"/>
            <a:ext cx="4749272" cy="24026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299DB-5298-E52A-3479-68747031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Research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9B38C4-2C4E-C6DB-819D-66D8D383A69D}"/>
              </a:ext>
            </a:extLst>
          </p:cNvPr>
          <p:cNvGrpSpPr/>
          <p:nvPr/>
        </p:nvGrpSpPr>
        <p:grpSpPr>
          <a:xfrm>
            <a:off x="1346718" y="1175651"/>
            <a:ext cx="9498563" cy="4805266"/>
            <a:chOff x="1346719" y="1026367"/>
            <a:chExt cx="9498563" cy="48052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EEA7626-F969-5B5F-CB6D-6ADAFE545AD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026367"/>
              <a:ext cx="0" cy="48052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CC077B-0D79-BAE5-A558-CF73FE1F37D8}"/>
                </a:ext>
              </a:extLst>
            </p:cNvPr>
            <p:cNvCxnSpPr>
              <a:cxnSpLocks/>
            </p:cNvCxnSpPr>
            <p:nvPr/>
          </p:nvCxnSpPr>
          <p:spPr>
            <a:xfrm>
              <a:off x="1346719" y="3429000"/>
              <a:ext cx="94985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124A64B-2BDE-EC29-5D67-EF5343BE4AA3}"/>
              </a:ext>
            </a:extLst>
          </p:cNvPr>
          <p:cNvSpPr txBox="1"/>
          <p:nvPr/>
        </p:nvSpPr>
        <p:spPr>
          <a:xfrm>
            <a:off x="4313852" y="6178246"/>
            <a:ext cx="356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Nova" panose="020B0504020202020204" pitchFamily="34" charset="0"/>
              </a:rPr>
              <a:t>Amortized cost / hour</a:t>
            </a:r>
            <a:endParaRPr lang="en-US" b="1" dirty="0">
              <a:latin typeface="Arial Nova" panose="020B05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A0A3E-810A-9B35-A389-36FC91EC9963}"/>
              </a:ext>
            </a:extLst>
          </p:cNvPr>
          <p:cNvSpPr txBox="1"/>
          <p:nvPr/>
        </p:nvSpPr>
        <p:spPr>
          <a:xfrm rot="16200000">
            <a:off x="-937333" y="3393618"/>
            <a:ext cx="356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 Nova" panose="020B0504020202020204" pitchFamily="34" charset="0"/>
              </a:rPr>
              <a:t>Inspection Capability</a:t>
            </a:r>
            <a:endParaRPr lang="en-US" b="1" dirty="0">
              <a:latin typeface="Arial Nova" panose="020B05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C3BD06-4A9D-B118-40F3-090EBBF83748}"/>
              </a:ext>
            </a:extLst>
          </p:cNvPr>
          <p:cNvGrpSpPr/>
          <p:nvPr/>
        </p:nvGrpSpPr>
        <p:grpSpPr>
          <a:xfrm>
            <a:off x="9537290" y="1166314"/>
            <a:ext cx="1307991" cy="866103"/>
            <a:chOff x="7921972" y="458842"/>
            <a:chExt cx="1527111" cy="1011196"/>
          </a:xfrm>
        </p:grpSpPr>
        <p:pic>
          <p:nvPicPr>
            <p:cNvPr id="16" name="Picture 15" descr="A red logo with white background&#10;&#10;AI-generated content may be incorrect.">
              <a:extLst>
                <a:ext uri="{FF2B5EF4-FFF2-40B4-BE49-F238E27FC236}">
                  <a16:creationId xmlns:a16="http://schemas.microsoft.com/office/drawing/2014/main" id="{A1C95CEE-CD5E-818D-15D9-4E1EB5FBB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60" b="25713"/>
            <a:stretch>
              <a:fillRect/>
            </a:stretch>
          </p:blipFill>
          <p:spPr>
            <a:xfrm>
              <a:off x="7952791" y="1078152"/>
              <a:ext cx="1465475" cy="391886"/>
            </a:xfrm>
            <a:prstGeom prst="rect">
              <a:avLst/>
            </a:prstGeom>
          </p:spPr>
        </p:pic>
        <p:pic>
          <p:nvPicPr>
            <p:cNvPr id="18" name="Picture 17" descr="A logo with a circle and a circle&#10;&#10;AI-generated content may be incorrect.">
              <a:extLst>
                <a:ext uri="{FF2B5EF4-FFF2-40B4-BE49-F238E27FC236}">
                  <a16:creationId xmlns:a16="http://schemas.microsoft.com/office/drawing/2014/main" id="{482CB625-82FF-FF12-D2A2-B89028C09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35" t="32109" r="19709" b="31973"/>
            <a:stretch>
              <a:fillRect/>
            </a:stretch>
          </p:blipFill>
          <p:spPr>
            <a:xfrm>
              <a:off x="7921972" y="458842"/>
              <a:ext cx="1527111" cy="574298"/>
            </a:xfrm>
            <a:prstGeom prst="rect">
              <a:avLst/>
            </a:prstGeom>
          </p:spPr>
        </p:pic>
      </p:grpSp>
      <p:pic>
        <p:nvPicPr>
          <p:cNvPr id="20" name="Picture 19" descr="A black and yellow cube with green lights&#10;&#10;AI-generated content may be incorrect.">
            <a:extLst>
              <a:ext uri="{FF2B5EF4-FFF2-40B4-BE49-F238E27FC236}">
                <a16:creationId xmlns:a16="http://schemas.microsoft.com/office/drawing/2014/main" id="{57D4EE1C-9392-C2BE-6047-9DEB10ACF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28" y="5167811"/>
            <a:ext cx="1195101" cy="119510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B1AC540-4F2C-80CA-493F-47F478B9C729}"/>
              </a:ext>
            </a:extLst>
          </p:cNvPr>
          <p:cNvGrpSpPr/>
          <p:nvPr/>
        </p:nvGrpSpPr>
        <p:grpSpPr>
          <a:xfrm>
            <a:off x="9310531" y="3197918"/>
            <a:ext cx="1761508" cy="760732"/>
            <a:chOff x="9117851" y="4308589"/>
            <a:chExt cx="1761508" cy="760732"/>
          </a:xfrm>
        </p:grpSpPr>
        <p:pic>
          <p:nvPicPr>
            <p:cNvPr id="27" name="Picture 26" descr="A black and blue logo&#10;&#10;AI-generated content may be incorrect.">
              <a:extLst>
                <a:ext uri="{FF2B5EF4-FFF2-40B4-BE49-F238E27FC236}">
                  <a16:creationId xmlns:a16="http://schemas.microsoft.com/office/drawing/2014/main" id="{94A67BC8-3BFA-711D-2DC2-692BBB2F1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599" y="4725602"/>
              <a:ext cx="1110012" cy="343719"/>
            </a:xfrm>
            <a:prstGeom prst="rect">
              <a:avLst/>
            </a:prstGeom>
          </p:spPr>
        </p:pic>
        <p:pic>
          <p:nvPicPr>
            <p:cNvPr id="29" name="Picture 28" descr="A red maple leaf and stars&#10;&#10;AI-generated content may be incorrect.">
              <a:extLst>
                <a:ext uri="{FF2B5EF4-FFF2-40B4-BE49-F238E27FC236}">
                  <a16:creationId xmlns:a16="http://schemas.microsoft.com/office/drawing/2014/main" id="{F77A473A-575D-3798-4CD9-049BE1291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542" r="38770"/>
            <a:stretch>
              <a:fillRect/>
            </a:stretch>
          </p:blipFill>
          <p:spPr>
            <a:xfrm>
              <a:off x="9117851" y="4308589"/>
              <a:ext cx="1761508" cy="417013"/>
            </a:xfrm>
            <a:prstGeom prst="rect">
              <a:avLst/>
            </a:prstGeom>
          </p:spPr>
        </p:pic>
      </p:grpSp>
      <p:pic>
        <p:nvPicPr>
          <p:cNvPr id="32" name="Picture 31" descr="A yellow star in a circle&#10;&#10;AI-generated content may be incorrect.">
            <a:extLst>
              <a:ext uri="{FF2B5EF4-FFF2-40B4-BE49-F238E27FC236}">
                <a16:creationId xmlns:a16="http://schemas.microsoft.com/office/drawing/2014/main" id="{5674B010-CDE8-CD28-72B2-D4077EFFE9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94" y="1315626"/>
            <a:ext cx="1111898" cy="1111898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E41DABFC-2C71-B195-A28B-99DF24E0D4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86" y="3119085"/>
            <a:ext cx="1286197" cy="829103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FF9021E6-3D41-3ADA-C35C-986EE54E37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57" y="3252307"/>
            <a:ext cx="1980097" cy="760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573B4-396C-19F7-3A98-DA394707CDCB}"/>
              </a:ext>
            </a:extLst>
          </p:cNvPr>
          <p:cNvSpPr txBox="1"/>
          <p:nvPr/>
        </p:nvSpPr>
        <p:spPr>
          <a:xfrm>
            <a:off x="7725747" y="5860377"/>
            <a:ext cx="4646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B. Apodaca et al., "In-Orbit Space Structure Inspection Trajectory Generation," </a:t>
            </a:r>
            <a:r>
              <a:rPr lang="en-US" sz="1400" i="1" dirty="0"/>
              <a:t>IEEE RAL</a:t>
            </a:r>
            <a:r>
              <a:rPr lang="en-US" sz="1400" dirty="0"/>
              <a:t>, 2025, </a:t>
            </a:r>
            <a:r>
              <a:rPr lang="en-US" sz="1400" dirty="0" err="1"/>
              <a:t>doi</a:t>
            </a:r>
            <a:r>
              <a:rPr lang="en-US" sz="1400" dirty="0"/>
              <a:t>: 10.1109/LRA.2025.3583621.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B0F343-B369-A61B-8D05-9C72E3D0B796}"/>
              </a:ext>
            </a:extLst>
          </p:cNvPr>
          <p:cNvSpPr/>
          <p:nvPr/>
        </p:nvSpPr>
        <p:spPr>
          <a:xfrm>
            <a:off x="7619905" y="5949332"/>
            <a:ext cx="139959" cy="139959"/>
          </a:xfrm>
          <a:prstGeom prst="ellipse">
            <a:avLst/>
          </a:prstGeom>
          <a:solidFill>
            <a:srgbClr val="EEB5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9AE15-950A-7AE1-E17F-EC814924414B}"/>
              </a:ext>
            </a:extLst>
          </p:cNvPr>
          <p:cNvSpPr/>
          <p:nvPr/>
        </p:nvSpPr>
        <p:spPr>
          <a:xfrm>
            <a:off x="2544848" y="1801595"/>
            <a:ext cx="139959" cy="139959"/>
          </a:xfrm>
          <a:prstGeom prst="ellipse">
            <a:avLst/>
          </a:prstGeom>
          <a:solidFill>
            <a:srgbClr val="EEB5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BB08-137A-A69C-4BA2-9B1260E4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B708C-6D1F-5BFA-676E-E7A622AF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4231"/>
            <a:ext cx="5863574" cy="5389165"/>
          </a:xfrm>
        </p:spPr>
        <p:txBody>
          <a:bodyPr/>
          <a:lstStyle/>
          <a:p>
            <a:r>
              <a:rPr lang="en-GB" dirty="0">
                <a:highlight>
                  <a:srgbClr val="FF0000"/>
                </a:highlight>
              </a:rPr>
              <a:t>X</a:t>
            </a:r>
            <a:r>
              <a:rPr lang="en-GB" dirty="0"/>
              <a:t>U CubeSat, nitrogen thrusters, </a:t>
            </a:r>
            <a:r>
              <a:rPr lang="en-GB" dirty="0">
                <a:highlight>
                  <a:srgbClr val="FF0000"/>
                </a:highlight>
              </a:rPr>
              <a:t>X</a:t>
            </a:r>
            <a:r>
              <a:rPr lang="en-GB" dirty="0"/>
              <a:t> sensor, 6 DOF</a:t>
            </a:r>
          </a:p>
          <a:p>
            <a:r>
              <a:rPr lang="en-GB" dirty="0"/>
              <a:t>Operates external from space station, launchable from airlock</a:t>
            </a:r>
          </a:p>
          <a:p>
            <a:r>
              <a:rPr lang="en-GB" dirty="0"/>
              <a:t>Algorithm &amp; autonomy stack:</a:t>
            </a:r>
          </a:p>
          <a:p>
            <a:pPr lvl="1"/>
            <a:r>
              <a:rPr lang="en-GB" dirty="0"/>
              <a:t>Model processing</a:t>
            </a:r>
          </a:p>
          <a:p>
            <a:pPr lvl="1"/>
            <a:r>
              <a:rPr lang="en-GB" dirty="0"/>
              <a:t>Viewpoint generation &amp; clustering</a:t>
            </a:r>
          </a:p>
          <a:p>
            <a:pPr lvl="1"/>
            <a:r>
              <a:rPr lang="en-GB" dirty="0"/>
              <a:t>Path generation</a:t>
            </a:r>
          </a:p>
          <a:p>
            <a:pPr lvl="1"/>
            <a:r>
              <a:rPr lang="en-GB" dirty="0"/>
              <a:t>Trajectory generation</a:t>
            </a:r>
          </a:p>
          <a:p>
            <a:pPr lvl="1"/>
            <a:r>
              <a:rPr lang="en-GB" dirty="0"/>
              <a:t>Path execution &amp; control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413E8-1AE9-5D46-F4A9-BC3BD0BE968A}"/>
              </a:ext>
            </a:extLst>
          </p:cNvPr>
          <p:cNvSpPr/>
          <p:nvPr/>
        </p:nvSpPr>
        <p:spPr>
          <a:xfrm>
            <a:off x="171450" y="1104230"/>
            <a:ext cx="5657850" cy="53891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Picture of Satellite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03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F04C-5823-D25F-EE48-9C5F2D46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Contributions: Planning</a:t>
            </a:r>
            <a:endParaRPr lang="en-US" dirty="0"/>
          </a:p>
        </p:txBody>
      </p:sp>
      <p:pic>
        <p:nvPicPr>
          <p:cNvPr id="5" name="Picture 4" descr="A satellite with multiple antennas&#10;&#10;AI-generated content may be incorrect.">
            <a:extLst>
              <a:ext uri="{FF2B5EF4-FFF2-40B4-BE49-F238E27FC236}">
                <a16:creationId xmlns:a16="http://schemas.microsoft.com/office/drawing/2014/main" id="{C93896F6-67C9-7C09-C2F2-E149BAD47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99" t="23810" r="24521" b="9251"/>
          <a:stretch>
            <a:fillRect/>
          </a:stretch>
        </p:blipFill>
        <p:spPr>
          <a:xfrm>
            <a:off x="494522" y="1207019"/>
            <a:ext cx="2854288" cy="2664725"/>
          </a:xfrm>
          <a:prstGeom prst="rect">
            <a:avLst/>
          </a:prstGeom>
        </p:spPr>
      </p:pic>
      <p:pic>
        <p:nvPicPr>
          <p:cNvPr id="7" name="Picture 6" descr="A close-up of a satellite&#10;&#10;AI-generated content may be incorrect.">
            <a:extLst>
              <a:ext uri="{FF2B5EF4-FFF2-40B4-BE49-F238E27FC236}">
                <a16:creationId xmlns:a16="http://schemas.microsoft.com/office/drawing/2014/main" id="{20400C12-6997-76AA-5519-1FC4BE1FE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2" t="27211" r="28194" b="13197"/>
          <a:stretch>
            <a:fillRect/>
          </a:stretch>
        </p:blipFill>
        <p:spPr>
          <a:xfrm>
            <a:off x="4249655" y="1207019"/>
            <a:ext cx="2822904" cy="2664725"/>
          </a:xfrm>
          <a:prstGeom prst="rect">
            <a:avLst/>
          </a:prstGeom>
        </p:spPr>
      </p:pic>
      <p:pic>
        <p:nvPicPr>
          <p:cNvPr id="9" name="Picture 8" descr="A computer generated image of a map&#10;&#10;AI-generated content may be incorrect.">
            <a:extLst>
              <a:ext uri="{FF2B5EF4-FFF2-40B4-BE49-F238E27FC236}">
                <a16:creationId xmlns:a16="http://schemas.microsoft.com/office/drawing/2014/main" id="{21B8F66B-5B02-C3B5-31E4-9B1D7BB58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5" t="8271" r="20843" b="22284"/>
          <a:stretch>
            <a:fillRect/>
          </a:stretch>
        </p:blipFill>
        <p:spPr>
          <a:xfrm>
            <a:off x="7585790" y="1207019"/>
            <a:ext cx="4256579" cy="26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2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67F4-6C7D-A12D-AA74-A2369AC9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4C97-5E24-72A9-B2CA-BBD775C5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Contributions: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A734-FECB-AF9C-2070-4F1B72CBE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4231"/>
            <a:ext cx="5863574" cy="5389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7DEFF-A916-0B04-3379-AAC79735E7AA}"/>
              </a:ext>
            </a:extLst>
          </p:cNvPr>
          <p:cNvSpPr/>
          <p:nvPr/>
        </p:nvSpPr>
        <p:spPr>
          <a:xfrm>
            <a:off x="171450" y="1104230"/>
            <a:ext cx="5657850" cy="53891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 of satellite </a:t>
            </a:r>
            <a:r>
              <a:rPr lang="en-GB" dirty="0" err="1"/>
              <a:t>maneuvering</a:t>
            </a:r>
            <a:r>
              <a:rPr lang="en-GB" dirty="0"/>
              <a:t>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4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40331-03E6-ED67-8D75-C2E98742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5466-27F4-BEF6-9F67-0DD38571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Steps: Current Risks, Limitations)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126E-897A-7620-5607-AE3292E64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82" y="1104231"/>
            <a:ext cx="11782292" cy="5389165"/>
          </a:xfrm>
        </p:spPr>
        <p:txBody>
          <a:bodyPr/>
          <a:lstStyle/>
          <a:p>
            <a:r>
              <a:rPr lang="en-GB" dirty="0"/>
              <a:t>Refine stack to eliminate risks, failure cases, limitations:</a:t>
            </a:r>
          </a:p>
          <a:p>
            <a:pPr lvl="1"/>
            <a:r>
              <a:rPr lang="en-GB" dirty="0"/>
              <a:t>Refine collision detection, some manual checks still required</a:t>
            </a:r>
          </a:p>
          <a:p>
            <a:pPr lvl="1"/>
            <a:r>
              <a:rPr lang="en-GB" dirty="0"/>
              <a:t>Implement mechanisms </a:t>
            </a:r>
            <a:r>
              <a:rPr lang="en-GB"/>
              <a:t>to automatically tune </a:t>
            </a:r>
            <a:r>
              <a:rPr lang="en-GB" dirty="0"/>
              <a:t>pipeline parameters to optimize coverage e.g., clustering, model pre-processing</a:t>
            </a:r>
          </a:p>
          <a:p>
            <a:pPr lvl="1"/>
            <a:r>
              <a:rPr lang="en-GB" dirty="0"/>
              <a:t>Move from free-floating dynamics to Clohessy-Wiltshire in optimization step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2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16A4-8E0D-2487-2E14-87AB2BD94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for Listening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BCDBE-EC15-A448-9336-780D200BB5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8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Nova</vt:lpstr>
      <vt:lpstr>Wingdings</vt:lpstr>
      <vt:lpstr>Office Theme</vt:lpstr>
      <vt:lpstr>Ark Robotics</vt:lpstr>
      <vt:lpstr>~/Ark_Robotics/</vt:lpstr>
      <vt:lpstr>/Team</vt:lpstr>
      <vt:lpstr>Motivation</vt:lpstr>
      <vt:lpstr>Market Research</vt:lpstr>
      <vt:lpstr>System Overview</vt:lpstr>
      <vt:lpstr>Technical Contributions: Planning</vt:lpstr>
      <vt:lpstr>Technical Contributions: Control</vt:lpstr>
      <vt:lpstr>Next Steps: Current Risks, Limitations)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Gidon Gautel</dc:creator>
  <cp:lastModifiedBy>Gidon Gautel</cp:lastModifiedBy>
  <cp:revision>35</cp:revision>
  <dcterms:created xsi:type="dcterms:W3CDTF">2025-11-11T02:50:10Z</dcterms:created>
  <dcterms:modified xsi:type="dcterms:W3CDTF">2025-11-27T05:32:50Z</dcterms:modified>
</cp:coreProperties>
</file>